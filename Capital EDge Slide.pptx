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1" r:id="rId2"/>
    <p:sldId id="2562" r:id="rId3"/>
    <p:sldId id="2563" r:id="rId4"/>
    <p:sldId id="2564" r:id="rId5"/>
    <p:sldId id="2565" r:id="rId6"/>
    <p:sldId id="2566" r:id="rId7"/>
    <p:sldId id="2572" r:id="rId8"/>
    <p:sldId id="2567" r:id="rId9"/>
    <p:sldId id="2568" r:id="rId10"/>
    <p:sldId id="2569" r:id="rId11"/>
    <p:sldId id="2570" r:id="rId12"/>
    <p:sldId id="2571" r:id="rId13"/>
    <p:sldId id="2573" r:id="rId14"/>
    <p:sldId id="2576" r:id="rId15"/>
    <p:sldId id="2574" r:id="rId16"/>
    <p:sldId id="2577" r:id="rId17"/>
    <p:sldId id="25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uilding an Automated Pipeline: Strategies, Tools, and Best Practices" id="{E9AF9F6C-76AD-498D-9C7D-4112BCEB3096}">
          <p14:sldIdLst>
            <p14:sldId id="2561"/>
            <p14:sldId id="2562"/>
          </p14:sldIdLst>
        </p14:section>
        <p14:section name="Understanding Automated Pipelines" id="{6C0FC498-E2D9-400E-BC62-C0A35A6DE5D0}">
          <p14:sldIdLst>
            <p14:sldId id="2563"/>
            <p14:sldId id="2564"/>
            <p14:sldId id="2565"/>
            <p14:sldId id="2566"/>
            <p14:sldId id="2572"/>
            <p14:sldId id="2567"/>
            <p14:sldId id="2568"/>
            <p14:sldId id="2569"/>
            <p14:sldId id="2570"/>
            <p14:sldId id="2571"/>
            <p14:sldId id="2573"/>
            <p14:sldId id="2576"/>
            <p14:sldId id="2574"/>
            <p14:sldId id="2577"/>
            <p14:sldId id="2575"/>
          </p14:sldIdLst>
        </p14:section>
        <p14:section name="Planning and Designing the Pipeline" id="{73E19FEA-CADD-4299-9DC9-1008A21D3BEB}">
          <p14:sldIdLst/>
        </p14:section>
        <p14:section name="Implementation Steps and Integration" id="{509C2BD6-008F-4D16-AACE-C85548B4DD32}">
          <p14:sldIdLst/>
        </p14:section>
        <p14:section name="Monitoring, Maintenance, and Optimization" id="{236DEB9D-58FB-4BEA-950A-32E929B37BAE}">
          <p14:sldIdLst/>
        </p14:section>
        <p14:section name="Conclusion: Building Efficient and Scalable Automated Pipelines" id="{66FCCD19-867F-43ED-A3F7-C9AF11E9C03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45" d="100"/>
          <a:sy n="45" d="100"/>
        </p:scale>
        <p:origin x="53" y="763"/>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1BD6C-FD86-4E3E-9869-2DDCC90EDB1F}" type="datetimeFigureOut">
              <a:rPr lang="en-GB" smtClean="0"/>
              <a:t>15/04/2026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43F773-3DC7-41CA-AB61-27C5828F15E2}" type="slidenum">
              <a:rPr lang="en-GB" smtClean="0"/>
              <a:t>‹#›</a:t>
            </a:fld>
            <a:endParaRPr lang="en-GB"/>
          </a:p>
        </p:txBody>
      </p:sp>
    </p:spTree>
    <p:extLst>
      <p:ext uri="{BB962C8B-B14F-4D97-AF65-F5344CB8AC3E}">
        <p14:creationId xmlns:p14="http://schemas.microsoft.com/office/powerpoint/2010/main" val="1482044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AI-generated</a:t>
            </a:r>
          </a:p>
        </p:txBody>
      </p:sp>
      <p:sp>
        <p:nvSpPr>
          <p:cNvPr id="4" name="Slide Number Placeholder 3"/>
          <p:cNvSpPr>
            <a:spLocks noGrp="1"/>
          </p:cNvSpPr>
          <p:nvPr>
            <p:ph type="sldNum" sz="quarter" idx="5"/>
          </p:nvPr>
        </p:nvSpPr>
        <p:spPr/>
        <p:txBody>
          <a:bodyPr/>
          <a:lstStyle/>
          <a:p>
            <a:fld id="{3746D896-0883-4EDD-8188-7B53D1B49636}" type="slidenum">
              <a:rPr lang="en-GB" smtClean="0"/>
              <a:t>1</a:t>
            </a:fld>
            <a:endParaRPr lang="en-GB"/>
          </a:p>
        </p:txBody>
      </p:sp>
    </p:spTree>
    <p:extLst>
      <p:ext uri="{BB962C8B-B14F-4D97-AF65-F5344CB8AC3E}">
        <p14:creationId xmlns:p14="http://schemas.microsoft.com/office/powerpoint/2010/main" val="2933972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Understanding Automated Pipelines
 Planning and Designing the Pipeline
 Implementation Steps and Integration
 Monitoring, Maintenance, and Optimization 
 Image source: AI-generated</a:t>
            </a:r>
          </a:p>
        </p:txBody>
      </p:sp>
      <p:sp>
        <p:nvSpPr>
          <p:cNvPr id="4" name="Slide Number Placeholder 3"/>
          <p:cNvSpPr>
            <a:spLocks noGrp="1"/>
          </p:cNvSpPr>
          <p:nvPr>
            <p:ph type="sldNum" sz="quarter" idx="5"/>
          </p:nvPr>
        </p:nvSpPr>
        <p:spPr/>
        <p:txBody>
          <a:bodyPr/>
          <a:lstStyle/>
          <a:p>
            <a:fld id="{3746D896-0883-4EDD-8188-7B53D1B49636}" type="slidenum">
              <a:rPr lang="en-GB" smtClean="0"/>
              <a:t>2</a:t>
            </a:fld>
            <a:endParaRPr lang="en-GB"/>
          </a:p>
        </p:txBody>
      </p:sp>
    </p:spTree>
    <p:extLst>
      <p:ext uri="{BB962C8B-B14F-4D97-AF65-F5344CB8AC3E}">
        <p14:creationId xmlns:p14="http://schemas.microsoft.com/office/powerpoint/2010/main" val="1968443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Definition and Key Concepts of Automation, Types of Pipelines: Data, CI/CD, Workflow, Benefits and Challenges of Automation</a:t>
            </a:r>
          </a:p>
        </p:txBody>
      </p:sp>
      <p:sp>
        <p:nvSpPr>
          <p:cNvPr id="4" name="Slide Number Placeholder 3"/>
          <p:cNvSpPr>
            <a:spLocks noGrp="1"/>
          </p:cNvSpPr>
          <p:nvPr>
            <p:ph type="sldNum" sz="quarter" idx="5"/>
          </p:nvPr>
        </p:nvSpPr>
        <p:spPr/>
        <p:txBody>
          <a:bodyPr/>
          <a:lstStyle/>
          <a:p>
            <a:fld id="{3746D896-0883-4EDD-8188-7B53D1B49636}" type="slidenum">
              <a:rPr lang="en-GB" smtClean="0"/>
              <a:t>3</a:t>
            </a:fld>
            <a:endParaRPr lang="en-GB"/>
          </a:p>
        </p:txBody>
      </p:sp>
    </p:spTree>
    <p:extLst>
      <p:ext uri="{BB962C8B-B14F-4D97-AF65-F5344CB8AC3E}">
        <p14:creationId xmlns:p14="http://schemas.microsoft.com/office/powerpoint/2010/main" val="2590554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Automation in pipelines involves the use of software tools and scripts to perform repetitive tasks without human intervention. Key concepts include orchestration, which coordinates multiple automated tasks; idempotency, ensuring tasks produce the same results if repeated; and event-driven triggers that initiate workflows based on specific inputs or conditions. Automation enhances reliability and efficiency by minimizing manual errors and accelerating processes. 
 Image source: AI-generated</a:t>
            </a:r>
          </a:p>
        </p:txBody>
      </p:sp>
      <p:sp>
        <p:nvSpPr>
          <p:cNvPr id="4" name="Slide Number Placeholder 3"/>
          <p:cNvSpPr>
            <a:spLocks noGrp="1"/>
          </p:cNvSpPr>
          <p:nvPr>
            <p:ph type="sldNum" sz="quarter" idx="5"/>
          </p:nvPr>
        </p:nvSpPr>
        <p:spPr/>
        <p:txBody>
          <a:bodyPr/>
          <a:lstStyle/>
          <a:p>
            <a:fld id="{3746D896-0883-4EDD-8188-7B53D1B49636}" type="slidenum">
              <a:rPr lang="en-GB" smtClean="0"/>
              <a:t>4</a:t>
            </a:fld>
            <a:endParaRPr lang="en-GB"/>
          </a:p>
        </p:txBody>
      </p:sp>
    </p:spTree>
    <p:extLst>
      <p:ext uri="{BB962C8B-B14F-4D97-AF65-F5344CB8AC3E}">
        <p14:creationId xmlns:p14="http://schemas.microsoft.com/office/powerpoint/2010/main" val="3636167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Automated pipelines come in various types including Data Pipelines that orchestrate data extraction, transformation, and loading (ETL) processes; CI/CD Pipelines that automate software build, test, and deployment cycles; and Workflow Pipelines which manage broader business or operational processes through defined sequential steps. Each type addresses different objectives but shares principles of automation to improve speed, accuracy, and consistency. 
 Image source: AI-generated</a:t>
            </a:r>
          </a:p>
        </p:txBody>
      </p:sp>
      <p:sp>
        <p:nvSpPr>
          <p:cNvPr id="4" name="Slide Number Placeholder 3"/>
          <p:cNvSpPr>
            <a:spLocks noGrp="1"/>
          </p:cNvSpPr>
          <p:nvPr>
            <p:ph type="sldNum" sz="quarter" idx="5"/>
          </p:nvPr>
        </p:nvSpPr>
        <p:spPr/>
        <p:txBody>
          <a:bodyPr/>
          <a:lstStyle/>
          <a:p>
            <a:fld id="{3746D896-0883-4EDD-8188-7B53D1B49636}" type="slidenum">
              <a:rPr lang="en-GB" smtClean="0"/>
              <a:t>5</a:t>
            </a:fld>
            <a:endParaRPr lang="en-GB"/>
          </a:p>
        </p:txBody>
      </p:sp>
    </p:spTree>
    <p:extLst>
      <p:ext uri="{BB962C8B-B14F-4D97-AF65-F5344CB8AC3E}">
        <p14:creationId xmlns:p14="http://schemas.microsoft.com/office/powerpoint/2010/main" val="3958713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benefits of automation include increased process efficiency, reduction in manual errors, faster delivery times, and improved scalability. However, challenges encompass initial implementation cost, complexity of integration with legacy systems, need for continuous monitoring, and potential over-automation risks leading to reduced flexibility. Recognizing these factors is crucial for successful pipeline deployment. 
 Image source: AI-generated</a:t>
            </a:r>
          </a:p>
        </p:txBody>
      </p:sp>
      <p:sp>
        <p:nvSpPr>
          <p:cNvPr id="4" name="Slide Number Placeholder 3"/>
          <p:cNvSpPr>
            <a:spLocks noGrp="1"/>
          </p:cNvSpPr>
          <p:nvPr>
            <p:ph type="sldNum" sz="quarter" idx="5"/>
          </p:nvPr>
        </p:nvSpPr>
        <p:spPr/>
        <p:txBody>
          <a:bodyPr/>
          <a:lstStyle/>
          <a:p>
            <a:fld id="{3746D896-0883-4EDD-8188-7B53D1B49636}" type="slidenum">
              <a:rPr lang="en-GB" smtClean="0"/>
              <a:t>6</a:t>
            </a:fld>
            <a:endParaRPr lang="en-GB"/>
          </a:p>
        </p:txBody>
      </p:sp>
    </p:spTree>
    <p:extLst>
      <p:ext uri="{BB962C8B-B14F-4D97-AF65-F5344CB8AC3E}">
        <p14:creationId xmlns:p14="http://schemas.microsoft.com/office/powerpoint/2010/main" val="39391715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2999" y="5172773"/>
            <a:ext cx="9906001" cy="770827"/>
          </a:xfrm>
        </p:spPr>
        <p:txBody>
          <a:bodyPr vert="horz" lIns="91440" tIns="45720" rIns="91440" bIns="45720" rtlCol="0" anchor="t">
            <a:normAutofit/>
          </a:bodyPr>
          <a:lstStyle>
            <a:lvl1pPr>
              <a:defRPr lang="en-US" sz="5400" dirty="0">
                <a:latin typeface="+mj-lt"/>
                <a:cs typeface="Mongolian Baiti" panose="03000500000000000000" pitchFamily="66" charset="0"/>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2999" y="4600446"/>
            <a:ext cx="9906001" cy="398304"/>
          </a:xfrm>
        </p:spPr>
        <p:txBody>
          <a:bodyPr vert="horz" lIns="91440" tIns="45720" rIns="91440" bIns="45720" rtlCol="0" anchor="b">
            <a:normAutofit/>
          </a:bodyPr>
          <a:lstStyle>
            <a:lvl1pPr marL="0" indent="0">
              <a:buNone/>
              <a:defRPr lang="en-US" sz="2000" b="1" i="0" dirty="0">
                <a:solidFill>
                  <a:schemeClr val="accent1"/>
                </a:solidFill>
                <a:latin typeface="+mn-lt"/>
              </a:defRPr>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143001" y="685800"/>
            <a:ext cx="9906000" cy="3716559"/>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sz="1000"/>
            </a:lvl1pPr>
          </a:lstStyle>
          <a:p>
            <a:endParaRPr lang="en-US" sz="1000"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lvl1pPr>
              <a:defRPr sz="1000"/>
            </a:lvl1pPr>
          </a:lstStyle>
          <a:p>
            <a:fld id="{2953A48D-8978-4B7F-8BA5-7DDC44F9988C}" type="datetime1">
              <a:rPr lang="en-US" smtClean="0"/>
              <a:t>4/15/2026</a:t>
            </a:fld>
            <a:endParaRPr lang="en-US" sz="1000"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sz="1000"/>
            </a:lvl1pPr>
          </a:lstStyle>
          <a:p>
            <a:fld id="{AEAA3239-9EA4-4A65-A281-97F994456D9F}" type="slidenum">
              <a:rPr lang="en-US" smtClean="0"/>
              <a:pPr/>
              <a:t>‹#›</a:t>
            </a:fld>
            <a:endParaRPr lang="en-US" sz="1000" dirty="0"/>
          </a:p>
        </p:txBody>
      </p:sp>
      <p:cxnSp>
        <p:nvCxnSpPr>
          <p:cNvPr id="4" name="Straight Connector 3">
            <a:extLst>
              <a:ext uri="{FF2B5EF4-FFF2-40B4-BE49-F238E27FC236}">
                <a16:creationId xmlns:a16="http://schemas.microsoft.com/office/drawing/2014/main" id="{B2008A96-F52F-AB95-8185-940BB21AA1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3630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142999" y="1905008"/>
            <a:ext cx="9906001" cy="4038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676A767-B18A-4D25-AB71-95C362FFA6CA}" type="datetime1">
              <a:rPr lang="en-US" smtClean="0"/>
              <a:t>4/15/2026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1E99ED41-DFA2-8D2F-7F31-B856DB6B81A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600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1" y="2327554"/>
            <a:ext cx="3914086" cy="365636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64817" y="685799"/>
            <a:ext cx="3174160" cy="1458873"/>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769104" y="685800"/>
            <a:ext cx="525808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52400" y="6400800"/>
            <a:ext cx="5943600" cy="453602"/>
          </a:xfrm>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0058400" y="6400800"/>
            <a:ext cx="990600" cy="453602"/>
          </a:xfrm>
        </p:spPr>
        <p:txBody>
          <a:bodyPr/>
          <a:lstStyle/>
          <a:p>
            <a:fld id="{8529DE94-2476-477B-981E-08C53D89AC9B}" type="datetime1">
              <a:rPr lang="en-US" smtClean="0"/>
              <a:t>4/15/2026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1049000" y="6400800"/>
            <a:ext cx="990600" cy="457200"/>
          </a:xfrm>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5014B7BE-0A4F-0031-AC74-6519ACD526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16776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08017" y="2015442"/>
            <a:ext cx="4240984" cy="3960242"/>
          </a:xfrm>
        </p:spPr>
        <p:txBody>
          <a:bodyPr vert="horz" lIns="91440" tIns="45720" rIns="91440" bIns="45720" rtlCol="0" anchor="t">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08016" y="685800"/>
            <a:ext cx="3755116" cy="1114678"/>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1" y="685800"/>
            <a:ext cx="4952999"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tx1"/>
                </a:solidFill>
                <a:effectLst/>
              </a:defRPr>
            </a:lvl1pPr>
          </a:lstStyle>
          <a:p>
            <a:fld id="{EC51F7A3-E7CB-4889-B172-A123C630DC51}" type="datetime1">
              <a:rPr lang="en-US" smtClean="0"/>
              <a:t>4/15/2026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12" name="Straight Connector 11">
            <a:extLst>
              <a:ext uri="{FF2B5EF4-FFF2-40B4-BE49-F238E27FC236}">
                <a16:creationId xmlns:a16="http://schemas.microsoft.com/office/drawing/2014/main" id="{0E8BDBFD-5D03-F89B-C880-B0D233D5D48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52168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2990" y="2827402"/>
            <a:ext cx="3736010" cy="2845567"/>
          </a:xfrm>
        </p:spPr>
        <p:txBody>
          <a:bodyPr vert="horz" lIns="91440" tIns="45720" rIns="91440" bIns="45720" rtlCol="0" anchor="t">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2988" y="1521399"/>
            <a:ext cx="3729915" cy="1123122"/>
          </a:xfrm>
        </p:spPr>
        <p:txBody>
          <a:bodyPr vert="horz" lIns="91440" tIns="45720" rIns="91440" bIns="45720" rtlCol="0" anchor="b">
            <a:normAutofit/>
          </a:bodyPr>
          <a:lstStyle>
            <a:lvl1pPr marL="0" indent="0">
              <a:spcBef>
                <a:spcPts val="0"/>
              </a:spcBef>
              <a:buNone/>
              <a:defRPr lang="en-US" sz="2000" b="1" dirty="0">
                <a:solidFill>
                  <a:schemeClr val="accent1"/>
                </a:solidFill>
                <a:latin typeface="+mn-lt"/>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0" y="685800"/>
            <a:ext cx="5457968"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lvl1pPr>
              <a:defRPr>
                <a:solidFill>
                  <a:schemeClr val="tx1"/>
                </a:solidFill>
                <a:effectLst/>
              </a:defRPr>
            </a:lvl1pPr>
          </a:lstStyle>
          <a:p>
            <a:fld id="{7D8177C5-BD9A-4D23-83AF-F5B841ADF3F2}" type="datetime1">
              <a:rPr lang="en-US" smtClean="0"/>
              <a:t>4/15/2026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9" name="Straight Connector 8">
            <a:extLst>
              <a:ext uri="{FF2B5EF4-FFF2-40B4-BE49-F238E27FC236}">
                <a16:creationId xmlns:a16="http://schemas.microsoft.com/office/drawing/2014/main" id="{546E54C3-5CBC-D17E-9D7C-4FF681AFB4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2204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0" y="2097452"/>
            <a:ext cx="9906000" cy="3874222"/>
          </a:xfrm>
        </p:spPr>
        <p:txBody>
          <a:bodyPr vert="horz" lIns="91440" tIns="45720" rIns="91440" bIns="45720" rtlCol="0" anchor="t">
            <a:normAutofit/>
          </a:bodyPr>
          <a:lstStyle>
            <a:lvl1pPr>
              <a:defRPr lang="en-US" sz="8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693821"/>
            <a:ext cx="7794754" cy="1200698"/>
          </a:xfrm>
        </p:spPr>
        <p:txBody>
          <a:bodyPr vert="horz" lIns="91440" tIns="45720" rIns="91440" bIns="45720" rtlCol="0" anchor="b">
            <a:normAutofit/>
          </a:bodyPr>
          <a:lstStyle>
            <a:lvl1pPr marL="0" indent="0">
              <a:buNone/>
              <a:defRPr lang="en-US" sz="2000" b="1" dirty="0">
                <a:solidFill>
                  <a:schemeClr val="accent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5F493D0-2A08-42DB-964D-2E1108D4CB76}" type="datetime1">
              <a:rPr lang="en-US" smtClean="0"/>
              <a:t>4/15/2026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2E0F3FF5-645F-9896-EB7A-64D903F7754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0745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0" y="1903564"/>
            <a:ext cx="9140954" cy="2836729"/>
          </a:xfrm>
        </p:spPr>
        <p:txBody>
          <a:bodyPr vert="horz" lIns="91440" tIns="45720" rIns="91440" bIns="45720" rtlCol="0" anchor="b">
            <a:normAutofit/>
          </a:bodyPr>
          <a:lstStyle>
            <a:lvl1pPr>
              <a:defRPr lang="en-US" sz="6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4923173"/>
            <a:ext cx="7388353" cy="1014984"/>
          </a:xfrm>
        </p:spPr>
        <p:txBody>
          <a:bodyPr vert="horz" lIns="91440" tIns="45720" rIns="91440" bIns="45720" rtlCol="0">
            <a:normAutofit/>
          </a:bodyPr>
          <a:lstStyle>
            <a:lvl1pPr marL="0" indent="0">
              <a:buNone/>
              <a:defRPr lang="en-US" sz="2000" b="1" i="0" dirty="0">
                <a:solidFill>
                  <a:schemeClr val="accent1"/>
                </a:solidFill>
                <a:latin typeface="+mn-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p>
            <a:fld id="{57C23FB3-0824-43FF-8EA1-707169FC13FA}" type="datetime1">
              <a:rPr lang="en-US" smtClean="0"/>
              <a:t>4/15/2026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599" cy="457200"/>
          </a:xfrm>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8D985B18-7603-5E0E-67B4-DFB03DB2AA5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72259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94490"/>
            <a:ext cx="8229600" cy="2379013"/>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2" y="3962400"/>
            <a:ext cx="7588155" cy="1029310"/>
          </a:xfrm>
        </p:spPr>
        <p:txBody>
          <a:bodyPr>
            <a:normAutofit/>
          </a:bodyPr>
          <a:lstStyle>
            <a:lvl1pPr marL="0" indent="0" algn="ctr">
              <a:buNone/>
              <a:defRPr sz="2000" b="1" i="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p>
            <a:fld id="{D26C4EF4-1425-499B-9B0A-3303E07CFD10}" type="datetime1">
              <a:rPr lang="en-US" smtClean="0"/>
              <a:t>4/15/2026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0D01BC5C-C61F-D922-112D-C75F3114252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26019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t">
            <a:normAutofit/>
          </a:bodyPr>
          <a:lstStyle>
            <a:lvl1pPr>
              <a:defRPr lang="en-US" sz="74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A9FD4B53-E1EA-4DC9-BEB9-493B5BDE9305}" type="datetime1">
              <a:rPr lang="en-US" smtClean="0"/>
              <a:t>4/15/2026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9432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b">
            <a:normAutofit/>
          </a:bodyPr>
          <a:lstStyle>
            <a:lvl1pPr>
              <a:defRPr lang="en-US" sz="7400" dirty="0">
                <a:solidFill>
                  <a:schemeClr val="accent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F4D7CA4D-0419-44B1-A572-E2F0F89C5403}" type="datetime1">
              <a:rPr lang="en-US" smtClean="0"/>
              <a:t>4/15/2026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accent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8758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ctr">
            <a:normAutofit/>
          </a:bodyPr>
          <a:lstStyle>
            <a:lvl1pPr>
              <a:defRPr lang="en-US" sz="74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3E86A8F3-65F3-4EB9-869C-76CEE4BDD77C}" type="datetime1">
              <a:rPr lang="en-US" smtClean="0"/>
              <a:t>4/15/2026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accent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8777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143000" y="685800"/>
            <a:ext cx="4343400" cy="5257800"/>
          </a:xfrm>
        </p:spPr>
        <p:txBody>
          <a:bodyPr anchor="ctr">
            <a:normAutofit/>
          </a:bodyPr>
          <a:lstStyle>
            <a:lvl1pPr>
              <a:defRPr sz="36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685801"/>
            <a:ext cx="4953000" cy="5257800"/>
          </a:xfrm>
        </p:spPr>
        <p:txBody>
          <a:bodyPr anchor="ctr">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marL="1257300" indent="-342900">
              <a:buClr>
                <a:schemeClr val="accent1"/>
              </a:buClr>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58401" y="6400800"/>
            <a:ext cx="990599" cy="457200"/>
          </a:xfrm>
        </p:spPr>
        <p:txBody>
          <a:bodyPr/>
          <a:lstStyle/>
          <a:p>
            <a:fld id="{8B41A39F-C131-47B8-AEC1-526A80C18BBA}" type="datetime1">
              <a:rPr lang="en-US" smtClean="0"/>
              <a:t>4/15/2026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CEEAC3E4-34A4-BAF1-4CEC-F3578B7F260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58412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32492" y="685800"/>
            <a:ext cx="5916508" cy="1705362"/>
          </a:xfrm>
        </p:spPr>
        <p:txBody>
          <a:bodyPr anchor="b">
            <a:normAutofit/>
          </a:bodyPr>
          <a:lstStyle>
            <a:lvl1pPr>
              <a:defRPr sz="3600"/>
            </a:lvl1pPr>
          </a:lstStyle>
          <a:p>
            <a:r>
              <a:rPr lang="en-US" dirty="0"/>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143000" y="685800"/>
            <a:ext cx="327747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32493" y="2574043"/>
            <a:ext cx="5916507" cy="3369557"/>
          </a:xfrm>
        </p:spPr>
        <p:txBody>
          <a:bodyPr>
            <a:normAutofit/>
          </a:bodyPr>
          <a:lstStyle>
            <a:lvl1pPr marL="457200" indent="-457200">
              <a:buClr>
                <a:schemeClr val="accent1"/>
              </a:buClr>
              <a:buFont typeface="+mj-lt"/>
              <a:buAutoNum type="arabicPeriod"/>
              <a:defRPr sz="18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a:buClr>
                <a:schemeClr val="accent1"/>
              </a:buClr>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52400" y="6400800"/>
            <a:ext cx="5943600" cy="457200"/>
          </a:xfrm>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58400" y="6400800"/>
            <a:ext cx="990600" cy="457200"/>
          </a:xfrm>
        </p:spPr>
        <p:txBody>
          <a:bodyPr/>
          <a:lstStyle/>
          <a:p>
            <a:fld id="{A877CDC7-E2DA-405F-BDB4-4ED43CAA16E6}" type="datetime1">
              <a:rPr lang="en-US" smtClean="0"/>
              <a:t>4/15/2026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88522FD4-D873-5880-85CA-81907402906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519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095FE81-352A-04EE-D805-C0A4E238235A}"/>
              </a:ext>
            </a:extLst>
          </p:cNvPr>
          <p:cNvSpPr>
            <a:spLocks noGrp="1"/>
          </p:cNvSpPr>
          <p:nvPr>
            <p:ph type="title"/>
          </p:nvPr>
        </p:nvSpPr>
        <p:spPr>
          <a:xfrm>
            <a:off x="1143001" y="2438397"/>
            <a:ext cx="6623435" cy="1156423"/>
          </a:xfrm>
        </p:spPr>
        <p:txBody>
          <a:bodyPr anchor="b"/>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25ECE14C-6B0B-4298-B34D-766A34529CDF}" type="datetime1">
              <a:rPr lang="en-US" smtClean="0"/>
              <a:t>4/15/2026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D8EE849E-3DB2-6D09-829E-63D97DAF47A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53380E56-1E9F-BBE4-3737-14FD20DDE33F}"/>
              </a:ext>
            </a:extLst>
          </p:cNvPr>
          <p:cNvSpPr>
            <a:spLocks noGrp="1"/>
          </p:cNvSpPr>
          <p:nvPr>
            <p:ph sz="quarter" idx="14"/>
          </p:nvPr>
        </p:nvSpPr>
        <p:spPr>
          <a:xfrm>
            <a:off x="1143000" y="3777702"/>
            <a:ext cx="4659735" cy="1632498"/>
          </a:xfrm>
        </p:spPr>
        <p:txBody>
          <a:bodyPr/>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4922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3506558" cy="345689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02777" y="685800"/>
            <a:ext cx="4956175" cy="3461212"/>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D76CF820-C7DB-421D-8FD6-C430A9B1C2AC}" type="datetime1">
              <a:rPr lang="en-US" smtClean="0"/>
              <a:t>4/15/2026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6F077C1-74FA-7247-9C7C-6A14D1FE584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70219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62471" y="2102780"/>
            <a:ext cx="3923455" cy="384081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97941" y="685800"/>
            <a:ext cx="5251059"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F0E63EA5-332D-4604-BD2D-34B00B234EDE}" type="datetime1">
              <a:rPr lang="en-US" smtClean="0"/>
              <a:t>4/15/2026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60DACAA-0808-2D60-12F2-52C968353E1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6988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1" y="702859"/>
            <a:ext cx="3048000" cy="5219330"/>
          </a:xfrm>
        </p:spPr>
        <p:txBody>
          <a:bodyPr anchor="b">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28417" y="724270"/>
            <a:ext cx="6120583" cy="521933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05145CA3-1D95-48B1-8239-73BFDAEAE6AF}" type="datetime1">
              <a:rPr lang="en-US" smtClean="0"/>
              <a:t>4/15/2026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103579D9-BC9D-2B0D-42FA-B8F3791ECB8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01852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707549"/>
            <a:ext cx="2590800" cy="5236051"/>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45817" y="708184"/>
            <a:ext cx="6603184" cy="5235416"/>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1B80F9BF-B0F8-4A9E-9210-E35AD48EB15E}" type="datetime1">
              <a:rPr lang="en-US" smtClean="0"/>
              <a:t>4/15/2026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92C2954-C801-2F12-6B41-2D0F2CDE902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6765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31931" y="719137"/>
            <a:ext cx="2717068" cy="1858941"/>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143000"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6957"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48450" y="6400800"/>
            <a:ext cx="995575" cy="457200"/>
          </a:xfrm>
        </p:spPr>
        <p:txBody>
          <a:bodyPr/>
          <a:lstStyle>
            <a:lvl1pPr>
              <a:defRPr>
                <a:solidFill>
                  <a:schemeClr val="tx1"/>
                </a:solidFill>
                <a:effectLst/>
              </a:defRPr>
            </a:lvl1pPr>
          </a:lstStyle>
          <a:p>
            <a:fld id="{7030F05D-1D3B-4C2E-9FFA-DE29ED956270}"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4025" y="6400800"/>
            <a:ext cx="995575"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1AC5C24-4394-5215-8F84-119942C28BC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04960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1"/>
            <a:ext cx="2717067" cy="1892277"/>
          </a:xfrm>
        </p:spPr>
        <p:txBody>
          <a:bodyPr anchor="t"/>
          <a:lstStyle/>
          <a:p>
            <a:r>
              <a:rPr lang="en-US" dirty="0"/>
              <a:t>Click to edit Master title style</a:t>
            </a:r>
          </a:p>
        </p:txBody>
      </p:sp>
      <p:sp>
        <p:nvSpPr>
          <p:cNvPr id="11" name="Content Placeholder 7">
            <a:extLst>
              <a:ext uri="{FF2B5EF4-FFF2-40B4-BE49-F238E27FC236}">
                <a16:creationId xmlns:a16="http://schemas.microsoft.com/office/drawing/2014/main" id="{B3FABB3D-30D3-4F01-12AE-0D7193700279}"/>
              </a:ext>
            </a:extLst>
          </p:cNvPr>
          <p:cNvSpPr>
            <a:spLocks noGrp="1"/>
          </p:cNvSpPr>
          <p:nvPr>
            <p:ph sz="quarter" idx="16"/>
          </p:nvPr>
        </p:nvSpPr>
        <p:spPr>
          <a:xfrm>
            <a:off x="1143000"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9">
            <a:extLst>
              <a:ext uri="{FF2B5EF4-FFF2-40B4-BE49-F238E27FC236}">
                <a16:creationId xmlns:a16="http://schemas.microsoft.com/office/drawing/2014/main" id="{DF247FF5-7041-6BAC-2B24-D38B5823FDD0}"/>
              </a:ext>
            </a:extLst>
          </p:cNvPr>
          <p:cNvSpPr>
            <a:spLocks noGrp="1"/>
          </p:cNvSpPr>
          <p:nvPr>
            <p:ph type="pic" sz="quarter" idx="15" hasCustomPrompt="1"/>
          </p:nvPr>
        </p:nvSpPr>
        <p:spPr>
          <a:xfrm>
            <a:off x="4572085"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399" y="6400800"/>
            <a:ext cx="990600" cy="457200"/>
          </a:xfrm>
        </p:spPr>
        <p:txBody>
          <a:bodyPr/>
          <a:lstStyle>
            <a:lvl1pPr>
              <a:defRPr>
                <a:solidFill>
                  <a:schemeClr val="tx1"/>
                </a:solidFill>
                <a:effectLst/>
              </a:defRPr>
            </a:lvl1pPr>
          </a:lstStyle>
          <a:p>
            <a:fld id="{1B2FE6D2-B81D-4429-A41B-DCED2913EA16}"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722B7EA7-2EEF-FFC6-041D-2A5C4363724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11512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7762" y="4495800"/>
            <a:ext cx="3209368" cy="1447800"/>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799"/>
            <a:ext cx="9901238" cy="359504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572087" y="4495800"/>
            <a:ext cx="6476914" cy="1430536"/>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2A986E4C-26E7-40BC-8DDD-DE3A2F7C8B9D}"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9A47364-66B2-3B4D-6600-100245734C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8302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17489" y="685799"/>
            <a:ext cx="3620525" cy="927545"/>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417617" y="1828299"/>
            <a:ext cx="362052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036428" y="6400800"/>
            <a:ext cx="1001586" cy="457200"/>
          </a:xfrm>
        </p:spPr>
        <p:txBody>
          <a:bodyPr/>
          <a:lstStyle/>
          <a:p>
            <a:fld id="{F14D5DAB-1E00-43FC-9445-DAAD2ACAC73A}" type="datetime1">
              <a:rPr lang="en-US" smtClean="0"/>
              <a:t>4/15/2026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38014" y="6400800"/>
            <a:ext cx="1001586"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A7BBF56-9F54-91F7-8B07-3836137799C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5664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685800"/>
            <a:ext cx="3620524" cy="927544"/>
          </a:xfrm>
        </p:spPr>
        <p:txBody>
          <a:bodyPr anchor="t">
            <a:normAutofit/>
          </a:bodyPr>
          <a:lstStyle>
            <a:lvl1pPr>
              <a:defRPr sz="3600"/>
            </a:lvl1pPr>
          </a:lstStyle>
          <a:p>
            <a:r>
              <a:rPr lang="en-US" dirty="0"/>
              <a:t>Click to edit Master title style</a:t>
            </a:r>
          </a:p>
        </p:txBody>
      </p:sp>
      <p:sp>
        <p:nvSpPr>
          <p:cNvPr id="7" name="Content Placeholder 7">
            <a:extLst>
              <a:ext uri="{FF2B5EF4-FFF2-40B4-BE49-F238E27FC236}">
                <a16:creationId xmlns:a16="http://schemas.microsoft.com/office/drawing/2014/main" id="{A46DECC9-7986-BB68-7725-C840C27A8E91}"/>
              </a:ext>
            </a:extLst>
          </p:cNvPr>
          <p:cNvSpPr>
            <a:spLocks noGrp="1"/>
          </p:cNvSpPr>
          <p:nvPr>
            <p:ph sz="quarter" idx="18"/>
          </p:nvPr>
        </p:nvSpPr>
        <p:spPr>
          <a:xfrm>
            <a:off x="1143000" y="1828299"/>
            <a:ext cx="362052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47AACE2C-717B-D303-9874-EEBCB1CCD937}"/>
              </a:ext>
            </a:extLst>
          </p:cNvPr>
          <p:cNvSpPr>
            <a:spLocks noGrp="1"/>
          </p:cNvSpPr>
          <p:nvPr>
            <p:ph type="pic" sz="quarter" idx="13" hasCustomPrompt="1"/>
          </p:nvPr>
        </p:nvSpPr>
        <p:spPr>
          <a:xfrm>
            <a:off x="54864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152400"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058401" y="6400800"/>
            <a:ext cx="990598" cy="457200"/>
          </a:xfrm>
        </p:spPr>
        <p:txBody>
          <a:bodyPr/>
          <a:lstStyle/>
          <a:p>
            <a:fld id="{4989F924-B50F-4860-B10F-D52036B96E39}" type="datetime1">
              <a:rPr lang="en-US" smtClean="0"/>
              <a:t>4/15/2026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49000" y="6400800"/>
            <a:ext cx="990598"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A1B0D76A-CF8F-ABF7-FD42-BC815738E31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17022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92241" y="685800"/>
            <a:ext cx="4546423" cy="914400"/>
          </a:xfrm>
        </p:spPr>
        <p:txBody>
          <a:bodyPr anchor="t">
            <a:normAutofit/>
          </a:bodyPr>
          <a:lstStyle>
            <a:lvl1pPr>
              <a:defRPr sz="3600"/>
            </a:lvl1pPr>
          </a:lstStyle>
          <a:p>
            <a:r>
              <a:rPr lang="en-US" dirty="0"/>
              <a:t>Click to edit Master title style</a:t>
            </a:r>
          </a:p>
        </p:txBody>
      </p:sp>
      <p:sp>
        <p:nvSpPr>
          <p:cNvPr id="13" name="Picture Placeholder 10">
            <a:extLst>
              <a:ext uri="{FF2B5EF4-FFF2-40B4-BE49-F238E27FC236}">
                <a16:creationId xmlns:a16="http://schemas.microsoft.com/office/drawing/2014/main" id="{373F0A7D-AD36-9BC0-CF3C-1985F174509D}"/>
              </a:ext>
            </a:extLst>
          </p:cNvPr>
          <p:cNvSpPr>
            <a:spLocks noGrp="1"/>
          </p:cNvSpPr>
          <p:nvPr>
            <p:ph type="pic" sz="quarter" idx="15" hasCustomPrompt="1"/>
          </p:nvPr>
        </p:nvSpPr>
        <p:spPr>
          <a:xfrm>
            <a:off x="1153336"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492241" y="1828300"/>
            <a:ext cx="4556759" cy="411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4316"/>
            <a:ext cx="5943600" cy="453684"/>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4316"/>
            <a:ext cx="990600" cy="453684"/>
          </a:xfrm>
        </p:spPr>
        <p:txBody>
          <a:bodyPr/>
          <a:lstStyle>
            <a:lvl1pPr>
              <a:defRPr>
                <a:solidFill>
                  <a:schemeClr val="tx1"/>
                </a:solidFill>
                <a:effectLst/>
              </a:defRPr>
            </a:lvl1pPr>
          </a:lstStyle>
          <a:p>
            <a:fld id="{4D02379D-477C-47F0-9322-3E7981CF2222}"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4316"/>
            <a:ext cx="990600" cy="453684"/>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520D0403-0661-B304-FC30-17B8CEC938C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07174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64740" y="685800"/>
            <a:ext cx="4513154" cy="914400"/>
          </a:xfrm>
        </p:spPr>
        <p:txBody>
          <a:bodyPr anchor="t">
            <a:normAutofit/>
          </a:bodyPr>
          <a:lstStyle>
            <a:lvl1pPr>
              <a:defRPr sz="36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08C86B72-855F-890D-47EC-5A46EA634C56}"/>
              </a:ext>
            </a:extLst>
          </p:cNvPr>
          <p:cNvSpPr>
            <a:spLocks noGrp="1"/>
          </p:cNvSpPr>
          <p:nvPr>
            <p:ph sz="quarter" idx="14"/>
          </p:nvPr>
        </p:nvSpPr>
        <p:spPr>
          <a:xfrm>
            <a:off x="1164740" y="1828300"/>
            <a:ext cx="4513154" cy="411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0">
            <a:extLst>
              <a:ext uri="{FF2B5EF4-FFF2-40B4-BE49-F238E27FC236}">
                <a16:creationId xmlns:a16="http://schemas.microsoft.com/office/drawing/2014/main" id="{CBB37A90-5561-8836-19D2-B4DFB635D8F9}"/>
              </a:ext>
            </a:extLst>
          </p:cNvPr>
          <p:cNvSpPr>
            <a:spLocks noGrp="1"/>
          </p:cNvSpPr>
          <p:nvPr>
            <p:ph type="pic" sz="quarter" idx="15" hasCustomPrompt="1"/>
          </p:nvPr>
        </p:nvSpPr>
        <p:spPr>
          <a:xfrm>
            <a:off x="6389910"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599" cy="457200"/>
          </a:xfr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36535" y="6400800"/>
            <a:ext cx="990600" cy="457200"/>
          </a:xfrm>
        </p:spPr>
        <p:txBody>
          <a:bodyPr/>
          <a:lstStyle/>
          <a:p>
            <a:fld id="{30FBF84D-747E-4A2D-B74C-0D1ADB9D978A}"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a:lstStyle>
            <a:lvl1pPr>
              <a:defRPr>
                <a:solidFill>
                  <a:schemeClr val="accent1"/>
                </a:solidFill>
                <a:effectLst/>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10804DAD-5BC0-9FC5-EC18-CDBE0EE36A9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12123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3662043"/>
            <a:ext cx="2667001" cy="2281557"/>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2999" y="685800"/>
            <a:ext cx="9906001"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412F17FE-50B5-4F97-A5FE-D47BC058140D}"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F1B40F4D-4FD2-324C-CFF2-ADA23A35CFB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8431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707477"/>
            <a:ext cx="2743106" cy="2330454"/>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01063" y="707476"/>
            <a:ext cx="6947938" cy="26858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2999" y="3607498"/>
            <a:ext cx="9906001" cy="233045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600" cy="457200"/>
          </a:xfrm>
        </p:spPr>
        <p:txBody>
          <a:bodyPr/>
          <a:lstStyle/>
          <a:p>
            <a:fld id="{398629FA-33AC-4B91-9F50-6A34C73DB4A5}"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F6F4162-8B6A-031F-A186-63503EB5CF2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34790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685801"/>
            <a:ext cx="2667001" cy="5257800"/>
          </a:xfrm>
        </p:spPr>
        <p:txBody>
          <a:bodyPr anchor="ctr">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024956" y="685800"/>
            <a:ext cx="7024044"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4C54EB15-C6E9-4FB2-A00E-83F3272DC203}"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D12BAF7E-DB4B-FC77-1D4B-2907E790CFE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8503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4553" y="702859"/>
            <a:ext cx="5744447" cy="90986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143000"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5739" y="1828299"/>
            <a:ext cx="573778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152401"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10052921" y="6400800"/>
            <a:ext cx="990601" cy="457200"/>
          </a:xfrm>
        </p:spPr>
        <p:txBody>
          <a:bodyPr/>
          <a:lstStyle/>
          <a:p>
            <a:fld id="{F35C560A-6694-4C54-932B-EBD007D80457}" type="datetime1">
              <a:rPr lang="en-US" smtClean="0"/>
              <a:t>4/15/2026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234F062-E526-E361-D4BD-72E769199F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424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702859"/>
            <a:ext cx="5744448" cy="89486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3000" y="1843924"/>
            <a:ext cx="5744447" cy="4099676"/>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3">
            <a:extLst>
              <a:ext uri="{FF2B5EF4-FFF2-40B4-BE49-F238E27FC236}">
                <a16:creationId xmlns:a16="http://schemas.microsoft.com/office/drawing/2014/main" id="{D5B6C620-74FA-0279-5BC5-97091F2D268B}"/>
              </a:ext>
            </a:extLst>
          </p:cNvPr>
          <p:cNvSpPr>
            <a:spLocks noGrp="1"/>
          </p:cNvSpPr>
          <p:nvPr>
            <p:ph type="pic" sz="quarter" idx="13" hasCustomPrompt="1"/>
          </p:nvPr>
        </p:nvSpPr>
        <p:spPr>
          <a:xfrm>
            <a:off x="7631547"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152400" y="6400800"/>
            <a:ext cx="5943600" cy="457200"/>
          </a:xfr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10058399" y="6400800"/>
            <a:ext cx="990600" cy="457200"/>
          </a:xfrm>
        </p:spPr>
        <p:txBody>
          <a:bodyPr/>
          <a:lstStyle/>
          <a:p>
            <a:fld id="{101DF975-D0C4-475F-9F7C-B84D5C6D229B}" type="datetime1">
              <a:rPr lang="en-US" smtClean="0"/>
              <a:t>4/15/2026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7CD60DA1-4793-4BB1-35F1-0A144685020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3350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685799"/>
            <a:ext cx="9905999" cy="948457"/>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70936" y="1849212"/>
            <a:ext cx="4569056" cy="4094387"/>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452008" y="1849212"/>
            <a:ext cx="4596992" cy="409438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a:lstStyle/>
          <a:p>
            <a:fld id="{FD9AFD03-FE9C-40DF-B862-03968B25C24F}" type="datetime1">
              <a:rPr lang="en-US" smtClean="0"/>
              <a:t>4/15/2026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9177AF9D-3C1B-C06E-8ED0-0E93CB299E0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24583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845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3000" y="1849213"/>
            <a:ext cx="3886200" cy="4094387"/>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41216" y="1849213"/>
            <a:ext cx="5307785" cy="4094387"/>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a:lstStyle/>
          <a:p>
            <a:fld id="{2FD384AD-C61A-48D6-93CC-8F2E0CDBE1F5}" type="datetime1">
              <a:rPr lang="en-US" smtClean="0"/>
              <a:t>4/15/2026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3068E299-4F76-11A9-0401-93911962B31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06317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1832"/>
          </a:xfrm>
        </p:spPr>
        <p:txBody>
          <a:bodyPr anchor="t"/>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00" y="1855838"/>
            <a:ext cx="4678055" cy="4087762"/>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569855" y="1855839"/>
            <a:ext cx="4479145" cy="4087762"/>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flipH="1">
            <a:off x="152400"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a:lstStyle/>
          <a:p>
            <a:fld id="{614BD192-03A5-4A45-AA3A-3048777F9DA1}" type="datetime1">
              <a:rPr lang="en-US" smtClean="0"/>
              <a:t>4/15/2026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495B70AA-3B93-7622-1DFB-94A2304AD14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39717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685801"/>
            <a:ext cx="6416832" cy="914400"/>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828299"/>
            <a:ext cx="6416832" cy="4115300"/>
          </a:xfrm>
        </p:spPr>
        <p:txBody>
          <a:bodyPr/>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152400" y="6400800"/>
            <a:ext cx="5943600" cy="457200"/>
          </a:xfr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0" y="6400800"/>
            <a:ext cx="990600" cy="457200"/>
          </a:xfrm>
        </p:spPr>
        <p:txBody>
          <a:bodyPr/>
          <a:lstStyle/>
          <a:p>
            <a:fld id="{688BF943-8E28-4DFB-B0DE-F00AF9279F8D}" type="datetime1">
              <a:rPr lang="en-US" smtClean="0"/>
              <a:t>4/15/2026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5239A83E-B0F1-03F6-74AC-D67E31FB986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69724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94998"/>
            <a:ext cx="6407304" cy="914400"/>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2999" y="1828299"/>
            <a:ext cx="6407305" cy="4115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10">
            <a:extLst>
              <a:ext uri="{FF2B5EF4-FFF2-40B4-BE49-F238E27FC236}">
                <a16:creationId xmlns:a16="http://schemas.microsoft.com/office/drawing/2014/main" id="{A0F08A51-DDF0-F904-C832-37321BA8D046}"/>
              </a:ext>
            </a:extLst>
          </p:cNvPr>
          <p:cNvSpPr>
            <a:spLocks noGrp="1"/>
          </p:cNvSpPr>
          <p:nvPr>
            <p:ph type="pic" sz="quarter" idx="13" hasCustomPrompt="1"/>
          </p:nvPr>
        </p:nvSpPr>
        <p:spPr>
          <a:xfrm>
            <a:off x="8271848"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a:lstStyle/>
          <a:p>
            <a:fld id="{14FE1444-BD57-4488-BC66-780B65504E47}" type="datetime1">
              <a:rPr lang="en-US" smtClean="0"/>
              <a:t>4/15/2026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2500A44A-2759-A2C2-08DC-0AAFC6B55096}"/>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6150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720467"/>
            <a:ext cx="3517146" cy="1628481"/>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1" y="2563904"/>
            <a:ext cx="3517146"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372162" y="685801"/>
            <a:ext cx="5676838"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2C7D6AC0-AFBC-4BF8-914C-3A003B9A62FD}"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BEC98E67-C3DE-1B21-ADC4-8C5E2F6367F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35983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72129" y="709098"/>
            <a:ext cx="2491239" cy="1639852"/>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72128" y="2563905"/>
            <a:ext cx="2491239"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75384" y="685800"/>
            <a:ext cx="6673616"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0800"/>
            <a:ext cx="990599" cy="457200"/>
          </a:xfrm>
        </p:spPr>
        <p:txBody>
          <a:bodyPr/>
          <a:lstStyle/>
          <a:p>
            <a:fld id="{2DA2328B-B1E6-45A4-86CF-8A83B4DA9E96}"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E70BF570-92F5-4B04-EE32-8093EAC2D17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5550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43000" y="5243865"/>
            <a:ext cx="9906000" cy="709673"/>
          </a:xfrm>
        </p:spPr>
        <p:txBody>
          <a:bodyPr anchor="b">
            <a:normAutofit/>
          </a:bodyPr>
          <a:lstStyle>
            <a:lvl1pPr algn="ctr">
              <a:lnSpc>
                <a:spcPct val="110000"/>
              </a:lnSpc>
              <a:defRPr sz="2600" b="1" i="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43000" y="685801"/>
            <a:ext cx="9906000" cy="4329860"/>
          </a:xfrm>
        </p:spPr>
        <p:txBody>
          <a:bodyPr anchor="t">
            <a:normAutofit/>
          </a:bodyPr>
          <a:lstStyle>
            <a:lvl1pPr marL="0" indent="0" algn="ctr">
              <a:lnSpc>
                <a:spcPct val="90000"/>
              </a:lnSpc>
              <a:buNone/>
              <a:defRPr sz="25000" b="0">
                <a:solidFill>
                  <a:schemeClr val="bg1"/>
                </a:solidFill>
                <a:latin typeface="+mj-lt"/>
                <a:cs typeface="Mongolian Baiti" panose="03000500000000000000" pitchFamily="66" charset="0"/>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6B38E9D8-4FC1-4DAE-99E4-835FCD288395}" type="datetime1">
              <a:rPr lang="en-US" smtClean="0"/>
              <a:t>4/15/2026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5FA7AB40-CE07-6773-F477-107BB694C7B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32569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3CD651BA-50FB-2DF6-3F6E-69C4FCD7BA80}"/>
              </a:ext>
            </a:extLst>
          </p:cNvPr>
          <p:cNvSpPr>
            <a:spLocks noGrp="1"/>
          </p:cNvSpPr>
          <p:nvPr>
            <p:ph type="title"/>
          </p:nvPr>
        </p:nvSpPr>
        <p:spPr>
          <a:xfrm>
            <a:off x="6095999" y="4609809"/>
            <a:ext cx="4953001" cy="1343730"/>
          </a:xfrm>
        </p:spPr>
        <p:txBody>
          <a:bodyPr anchor="b"/>
          <a:lstStyle>
            <a:lvl1pPr>
              <a:lnSpc>
                <a:spcPct val="110000"/>
              </a:lnSpc>
              <a:defRPr sz="2600" b="1">
                <a:solidFill>
                  <a:schemeClr val="accent1"/>
                </a:solidFill>
                <a:latin typeface="+mn-lt"/>
              </a:defRPr>
            </a:lvl1pPr>
          </a:lstStyle>
          <a:p>
            <a:r>
              <a:rPr lang="en-US"/>
              <a:t>Click to edit Master title style</a:t>
            </a:r>
          </a:p>
        </p:txBody>
      </p:sp>
      <p:sp>
        <p:nvSpPr>
          <p:cNvPr id="9" name="Content Placeholder 9">
            <a:extLst>
              <a:ext uri="{FF2B5EF4-FFF2-40B4-BE49-F238E27FC236}">
                <a16:creationId xmlns:a16="http://schemas.microsoft.com/office/drawing/2014/main" id="{FCA4E528-A76C-88B7-F866-78D030A514D8}"/>
              </a:ext>
            </a:extLst>
          </p:cNvPr>
          <p:cNvSpPr>
            <a:spLocks noGrp="1"/>
          </p:cNvSpPr>
          <p:nvPr>
            <p:ph sz="quarter" idx="14" hasCustomPrompt="1"/>
          </p:nvPr>
        </p:nvSpPr>
        <p:spPr>
          <a:xfrm>
            <a:off x="1143000" y="685801"/>
            <a:ext cx="9906000" cy="3276600"/>
          </a:xfrm>
        </p:spPr>
        <p:txBody>
          <a:bodyPr anchor="b"/>
          <a:lstStyle>
            <a:lvl1pPr>
              <a:lnSpc>
                <a:spcPct val="90000"/>
              </a:lnSpc>
              <a:buNone/>
              <a:defRPr sz="270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lvl1pPr>
              <a:defRPr>
                <a:solidFill>
                  <a:schemeClr val="tx1"/>
                </a:solidFill>
              </a:defRPr>
            </a:lvl1pPr>
          </a:lstStyle>
          <a:p>
            <a:fld id="{40BAEB1E-5971-4FE0-8556-E58B94C51D44}" type="datetime1">
              <a:rPr lang="en-US" smtClean="0"/>
              <a:t>4/15/2026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50EA5BF1-23C2-0F30-7510-43650AEC4DE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1339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2"/>
        </a:solidFill>
        <a:effectLst/>
      </p:bgPr>
    </p:bg>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C3DADE7F-E67E-CAEA-8072-B9514E6E1175}"/>
              </a:ext>
            </a:extLst>
          </p:cNvPr>
          <p:cNvSpPr>
            <a:spLocks noGrp="1"/>
          </p:cNvSpPr>
          <p:nvPr>
            <p:ph type="title"/>
          </p:nvPr>
        </p:nvSpPr>
        <p:spPr>
          <a:xfrm>
            <a:off x="8153399" y="685800"/>
            <a:ext cx="2895601" cy="5267739"/>
          </a:xfrm>
        </p:spPr>
        <p:txBody>
          <a:bodyPr anchor="ctr"/>
          <a:lstStyle>
            <a:lvl1pPr>
              <a:lnSpc>
                <a:spcPct val="110000"/>
              </a:lnSpc>
              <a:defRPr sz="2600" b="1">
                <a:solidFill>
                  <a:schemeClr val="accent1"/>
                </a:solidFill>
                <a:latin typeface="+mn-lt"/>
              </a:defRPr>
            </a:lvl1pPr>
          </a:lstStyle>
          <a:p>
            <a:r>
              <a:rPr lang="en-US"/>
              <a:t>Click to edit Master title style</a:t>
            </a:r>
          </a:p>
        </p:txBody>
      </p:sp>
      <p:sp>
        <p:nvSpPr>
          <p:cNvPr id="9" name="Content Placeholder 9">
            <a:extLst>
              <a:ext uri="{FF2B5EF4-FFF2-40B4-BE49-F238E27FC236}">
                <a16:creationId xmlns:a16="http://schemas.microsoft.com/office/drawing/2014/main" id="{64D4B29D-DD33-F8A0-6077-D56DBC08D2DB}"/>
              </a:ext>
            </a:extLst>
          </p:cNvPr>
          <p:cNvSpPr>
            <a:spLocks noGrp="1"/>
          </p:cNvSpPr>
          <p:nvPr>
            <p:ph sz="quarter" idx="14" hasCustomPrompt="1"/>
          </p:nvPr>
        </p:nvSpPr>
        <p:spPr>
          <a:xfrm>
            <a:off x="1143000" y="685800"/>
            <a:ext cx="6781800" cy="4191001"/>
          </a:xfrm>
        </p:spPr>
        <p:txBody>
          <a:bodyPr anchor="b"/>
          <a:lstStyle>
            <a:lvl1pPr>
              <a:lnSpc>
                <a:spcPct val="90000"/>
              </a:lnSpc>
              <a:buNone/>
              <a:defRPr sz="20000">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p>
            <a:fld id="{39DFF5D4-4547-4361-B250-BFE60A41E1A4}" type="datetime1">
              <a:rPr lang="en-US" smtClean="0"/>
              <a:t>4/15/2026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D002FC57-F63B-DF9D-9ACC-AC4696C03769}"/>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545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81D15B53-A6D4-5307-3354-15A2A777AAD6}"/>
              </a:ext>
            </a:extLst>
          </p:cNvPr>
          <p:cNvSpPr>
            <a:spLocks noGrp="1"/>
          </p:cNvSpPr>
          <p:nvPr>
            <p:ph sz="quarter" idx="14" hasCustomPrompt="1"/>
          </p:nvPr>
        </p:nvSpPr>
        <p:spPr>
          <a:xfrm>
            <a:off x="1143000" y="715425"/>
            <a:ext cx="9906000" cy="4217987"/>
          </a:xfrm>
        </p:spPr>
        <p:txBody>
          <a:bodyPr/>
          <a:lstStyle>
            <a:lvl1pPr>
              <a:lnSpc>
                <a:spcPct val="90000"/>
              </a:lnSpc>
              <a:buNone/>
              <a:defRPr sz="27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4499B2AA-EA1F-4808-8C25-C8FD26324E26}" type="datetime1">
              <a:rPr lang="en-US" smtClean="0"/>
              <a:t>4/15/2026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99D6B5B7-21A5-3BED-394A-5383E64E7DF5}"/>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53B1AF28-7C69-5D76-E7F7-FF9768CC36DF}"/>
              </a:ext>
            </a:extLst>
          </p:cNvPr>
          <p:cNvSpPr>
            <a:spLocks noGrp="1"/>
          </p:cNvSpPr>
          <p:nvPr>
            <p:ph type="title"/>
          </p:nvPr>
        </p:nvSpPr>
        <p:spPr>
          <a:xfrm>
            <a:off x="1143001" y="5166360"/>
            <a:ext cx="8759952" cy="786384"/>
          </a:xfrm>
        </p:spPr>
        <p:txBody>
          <a:bodyPr/>
          <a:lstStyle>
            <a:lvl1pPr>
              <a:lnSpc>
                <a:spcPct val="110000"/>
              </a:lnSpc>
              <a:defRPr sz="2800"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79652007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anchor="t">
            <a:normAutofit/>
          </a:bodyPr>
          <a:lstStyle>
            <a:lvl1pPr marL="0" indent="0">
              <a:lnSpc>
                <a:spcPct val="90000"/>
              </a:lnSpc>
              <a:buNone/>
              <a:defRPr sz="5400" b="0">
                <a:solidFill>
                  <a:schemeClr val="bg1"/>
                </a:solidFill>
                <a:latin typeface="+mj-lt"/>
                <a:cs typeface="Mongolian Baiti" panose="03000500000000000000" pitchFamily="66" charset="0"/>
              </a:defRPr>
            </a:lvl1pPr>
            <a:lvl2pPr marL="228600" indent="0">
              <a:lnSpc>
                <a:spcPct val="90000"/>
              </a:lnSpc>
              <a:buNone/>
              <a:defRPr sz="5400" b="0">
                <a:solidFill>
                  <a:schemeClr val="bg1"/>
                </a:solidFill>
                <a:latin typeface="+mj-lt"/>
                <a:cs typeface="Mongolian Baiti" panose="03000500000000000000" pitchFamily="66" charset="0"/>
              </a:defRPr>
            </a:lvl2pPr>
            <a:lvl3pPr marL="457200" indent="0">
              <a:lnSpc>
                <a:spcPct val="90000"/>
              </a:lnSpc>
              <a:buNone/>
              <a:defRPr sz="5400" b="0">
                <a:solidFill>
                  <a:schemeClr val="bg1"/>
                </a:solidFill>
                <a:latin typeface="+mj-lt"/>
                <a:cs typeface="Mongolian Baiti" panose="03000500000000000000" pitchFamily="66" charset="0"/>
              </a:defRPr>
            </a:lvl3pPr>
            <a:lvl4pPr marL="685800" indent="0">
              <a:lnSpc>
                <a:spcPct val="90000"/>
              </a:lnSpc>
              <a:buNone/>
              <a:defRPr sz="5400" b="0">
                <a:solidFill>
                  <a:schemeClr val="bg1"/>
                </a:solidFill>
                <a:latin typeface="+mj-lt"/>
                <a:cs typeface="Mongolian Baiti" panose="03000500000000000000" pitchFamily="66" charset="0"/>
              </a:defRPr>
            </a:lvl4pPr>
            <a:lvl5pPr marL="914400" indent="0">
              <a:lnSpc>
                <a:spcPct val="90000"/>
              </a:lnSpc>
              <a:buNone/>
              <a:defRPr sz="5400" b="0">
                <a:solidFill>
                  <a:schemeClr val="bg1"/>
                </a:solidFill>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7F8C9FE2-6DE5-4BD7-B30C-85A8ECDF0918}" type="datetime1">
              <a:rPr lang="en-US" smtClean="0"/>
              <a:t>4/15/2026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D9E59E0B-DA31-573A-9F4C-606FE4AAB022}"/>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03409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10439400" cy="5257800"/>
          </a:xfrm>
        </p:spPr>
        <p:txBody>
          <a:bodyPr anchor="t">
            <a:normAutofit/>
          </a:bodyPr>
          <a:lstStyle>
            <a:lvl1pPr marL="0" indent="0">
              <a:lnSpc>
                <a:spcPct val="90000"/>
              </a:lnSpc>
              <a:buNone/>
              <a:defRPr sz="5400" b="0">
                <a:solidFill>
                  <a:schemeClr val="tx1"/>
                </a:solidFill>
                <a:latin typeface="+mj-lt"/>
                <a:cs typeface="Mongolian Baiti" panose="03000500000000000000" pitchFamily="66" charset="0"/>
              </a:defRPr>
            </a:lvl1pPr>
            <a:lvl2pPr marL="228600" indent="0">
              <a:lnSpc>
                <a:spcPct val="90000"/>
              </a:lnSpc>
              <a:buNone/>
              <a:defRPr sz="5400" b="0">
                <a:solidFill>
                  <a:schemeClr val="tx1"/>
                </a:solidFill>
                <a:latin typeface="+mj-lt"/>
                <a:cs typeface="Mongolian Baiti" panose="03000500000000000000" pitchFamily="66" charset="0"/>
              </a:defRPr>
            </a:lvl2pPr>
            <a:lvl3pPr marL="457200" indent="0">
              <a:lnSpc>
                <a:spcPct val="90000"/>
              </a:lnSpc>
              <a:buNone/>
              <a:defRPr sz="5400" b="0">
                <a:solidFill>
                  <a:schemeClr val="tx1"/>
                </a:solidFill>
                <a:latin typeface="+mj-lt"/>
                <a:cs typeface="Mongolian Baiti" panose="03000500000000000000" pitchFamily="66" charset="0"/>
              </a:defRPr>
            </a:lvl3pPr>
            <a:lvl4pPr marL="685800" indent="0">
              <a:lnSpc>
                <a:spcPct val="90000"/>
              </a:lnSpc>
              <a:buNone/>
              <a:defRPr sz="5400" b="0">
                <a:solidFill>
                  <a:schemeClr val="tx1"/>
                </a:solidFill>
                <a:latin typeface="+mj-lt"/>
                <a:cs typeface="Mongolian Baiti" panose="03000500000000000000" pitchFamily="66" charset="0"/>
              </a:defRPr>
            </a:lvl4pPr>
            <a:lvl5pPr marL="914400" indent="0">
              <a:lnSpc>
                <a:spcPct val="90000"/>
              </a:lnSpc>
              <a:buNone/>
              <a:defRPr sz="5400" b="0">
                <a:solidFill>
                  <a:schemeClr val="tx1"/>
                </a:solidFill>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p>
            <a:fld id="{00D39FB3-A85A-4123-936A-B01B34283303}" type="datetime1">
              <a:rPr lang="en-US" smtClean="0"/>
              <a:t>4/15/2026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5E01FFB5-9AC9-5608-D38C-31B179F100F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7085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1"/>
            <a:ext cx="9906000" cy="5257799"/>
          </a:xfrm>
        </p:spPr>
        <p:txBody>
          <a:bodyPr anchor="b">
            <a:normAutofit/>
          </a:bodyPr>
          <a:lstStyle>
            <a:lvl1pPr marL="0" indent="0">
              <a:lnSpc>
                <a:spcPct val="90000"/>
              </a:lnSpc>
              <a:buNone/>
              <a:defRPr sz="5400" b="0">
                <a:latin typeface="+mj-lt"/>
                <a:cs typeface="Mongolian Baiti" panose="03000500000000000000" pitchFamily="66" charset="0"/>
              </a:defRPr>
            </a:lvl1pPr>
            <a:lvl2pPr marL="228600" indent="0">
              <a:lnSpc>
                <a:spcPct val="90000"/>
              </a:lnSpc>
              <a:buNone/>
              <a:defRPr sz="5400" b="0">
                <a:latin typeface="+mj-lt"/>
                <a:cs typeface="Mongolian Baiti" panose="03000500000000000000" pitchFamily="66" charset="0"/>
              </a:defRPr>
            </a:lvl2pPr>
            <a:lvl3pPr marL="457200" indent="0">
              <a:lnSpc>
                <a:spcPct val="90000"/>
              </a:lnSpc>
              <a:buNone/>
              <a:defRPr sz="5400" b="0">
                <a:latin typeface="+mj-lt"/>
                <a:cs typeface="Mongolian Baiti" panose="03000500000000000000" pitchFamily="66" charset="0"/>
              </a:defRPr>
            </a:lvl3pPr>
            <a:lvl4pPr marL="685800" indent="0">
              <a:lnSpc>
                <a:spcPct val="90000"/>
              </a:lnSpc>
              <a:buNone/>
              <a:defRPr sz="5400" b="0">
                <a:latin typeface="+mj-lt"/>
                <a:cs typeface="Mongolian Baiti" panose="03000500000000000000" pitchFamily="66" charset="0"/>
              </a:defRPr>
            </a:lvl4pPr>
            <a:lvl5pPr marL="914400" indent="0">
              <a:lnSpc>
                <a:spcPct val="90000"/>
              </a:lnSpc>
              <a:buNone/>
              <a:defRPr sz="5400" b="0">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6400800"/>
            <a:ext cx="5943599" cy="457200"/>
          </a:xfrm>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0" y="6400800"/>
            <a:ext cx="990600" cy="457200"/>
          </a:xfrm>
        </p:spPr>
        <p:txBody>
          <a:bodyPr/>
          <a:lstStyle/>
          <a:p>
            <a:fld id="{A70944E6-539A-4BC8-B250-092F2CE95E90}" type="datetime1">
              <a:rPr lang="en-US" smtClean="0"/>
              <a:t>4/15/2026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816CE4C6-A657-5805-17C1-DFBE412C51B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9908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vert="horz" lIns="91440" tIns="45720" rIns="91440" bIns="45720" rtlCol="0" anchor="t">
            <a:normAutofit/>
          </a:bodyPr>
          <a:lstStyle>
            <a:lvl1pPr marL="0" indent="0">
              <a:lnSpc>
                <a:spcPct val="90000"/>
              </a:lnSpc>
              <a:buNone/>
              <a:defRPr lang="en-US" sz="5400" b="1" dirty="0">
                <a:solidFill>
                  <a:schemeClr val="bg1"/>
                </a:solidFill>
                <a:latin typeface="+mn-lt"/>
              </a:defRPr>
            </a:lvl1pPr>
            <a:lvl2pPr marL="228600" indent="0">
              <a:lnSpc>
                <a:spcPct val="90000"/>
              </a:lnSpc>
              <a:buNone/>
              <a:defRPr lang="en-US" sz="5400" b="1" dirty="0">
                <a:solidFill>
                  <a:schemeClr val="bg1"/>
                </a:solidFill>
                <a:latin typeface="+mn-lt"/>
              </a:defRPr>
            </a:lvl2pPr>
            <a:lvl3pPr marL="457200" indent="0">
              <a:lnSpc>
                <a:spcPct val="90000"/>
              </a:lnSpc>
              <a:buNone/>
              <a:defRPr lang="en-US" sz="5400" b="1" dirty="0">
                <a:solidFill>
                  <a:schemeClr val="bg1"/>
                </a:solidFill>
                <a:latin typeface="+mn-lt"/>
              </a:defRPr>
            </a:lvl3pPr>
            <a:lvl4pPr marL="685800" indent="0">
              <a:lnSpc>
                <a:spcPct val="90000"/>
              </a:lnSpc>
              <a:buNone/>
              <a:defRPr lang="en-US" sz="5400" b="1" dirty="0">
                <a:solidFill>
                  <a:schemeClr val="bg1"/>
                </a:solidFill>
                <a:latin typeface="+mn-lt"/>
              </a:defRPr>
            </a:lvl4pPr>
            <a:lvl5pPr marL="914400" indent="0">
              <a:lnSpc>
                <a:spcPct val="90000"/>
              </a:lnSpc>
              <a:buNone/>
              <a:defRPr lang="en-US" sz="5400" b="1" dirty="0">
                <a:solidFill>
                  <a:schemeClr val="bg1"/>
                </a:solidFill>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630B6F89-4209-4DBA-AE92-A89C4CA08C29}" type="datetime1">
              <a:rPr lang="en-US" smtClean="0"/>
              <a:t>4/15/2026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2C45B696-5A62-5895-72D9-DC0A3B3E2F8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005990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5029200"/>
            <a:ext cx="9906000" cy="914400"/>
          </a:xfrm>
        </p:spPr>
        <p:txBody>
          <a:bodyPr anchor="b">
            <a:normAutofit/>
          </a:bodyPr>
          <a:lstStyle>
            <a:lvl1pPr>
              <a:lnSpc>
                <a:spcPct val="120000"/>
              </a:lnSpc>
              <a:defRPr sz="2000" b="1" i="0" spc="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114800"/>
          </a:xfrm>
        </p:spPr>
        <p:txBody>
          <a:bodyPr anchor="b">
            <a:normAutofit/>
          </a:bodyPr>
          <a:lstStyle>
            <a:lvl1pPr marL="164592" indent="-164592">
              <a:lnSpc>
                <a:spcPct val="100000"/>
              </a:lnSpc>
              <a:spcBef>
                <a:spcPts val="0"/>
              </a:spcBef>
              <a:buNone/>
              <a:defRPr sz="5400">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p>
            <a:fld id="{9C85BD29-F703-441C-BA70-A68EA51BEFAB}" type="datetime1">
              <a:rPr lang="en-US" smtClean="0"/>
              <a:t>4/15/2026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4A33729E-38D5-A1E3-A590-6B649D520DE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64507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4955722"/>
            <a:ext cx="9906000" cy="987878"/>
          </a:xfrm>
        </p:spPr>
        <p:txBody>
          <a:bodyPr anchor="ctr">
            <a:normAutofit/>
          </a:bodyPr>
          <a:lstStyle>
            <a:lvl1pPr algn="r">
              <a:lnSpc>
                <a:spcPct val="120000"/>
              </a:lnSpc>
              <a:defRPr sz="2000" b="1" i="0" spc="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3950208"/>
          </a:xfrm>
        </p:spPr>
        <p:txBody>
          <a:bodyPr anchor="t">
            <a:normAutofit/>
          </a:bodyPr>
          <a:lstStyle>
            <a:lvl1pPr marL="164592" indent="-164592">
              <a:lnSpc>
                <a:spcPct val="100000"/>
              </a:lnSpc>
              <a:spcBef>
                <a:spcPts val="0"/>
              </a:spcBef>
              <a:buNone/>
              <a:defRPr sz="4800">
                <a:solidFill>
                  <a:schemeClr val="bg1"/>
                </a:solidFill>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8F5B9CFA-6593-4507-A356-FB73387E9819}" type="datetime1">
              <a:rPr lang="en-US" smtClean="0"/>
              <a:t>4/15/2026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EAB597FC-DDBE-CAE6-D19E-43EBC6822347}"/>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644185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029200"/>
            <a:ext cx="6341532" cy="914399"/>
          </a:xfrm>
        </p:spPr>
        <p:txBody>
          <a:bodyPr anchor="b">
            <a:normAutofit/>
          </a:bodyPr>
          <a:lstStyle>
            <a:lvl1pPr algn="r">
              <a:lnSpc>
                <a:spcPct val="120000"/>
              </a:lnSpc>
              <a:defRPr sz="2000" b="1" i="0" spc="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073980"/>
          </a:xfrm>
        </p:spPr>
        <p:txBody>
          <a:bodyPr anchor="ctr">
            <a:normAutofit/>
          </a:bodyPr>
          <a:lstStyle>
            <a:lvl1pPr marL="164592" indent="-164592">
              <a:lnSpc>
                <a:spcPct val="110000"/>
              </a:lnSpc>
              <a:spcBef>
                <a:spcPts val="0"/>
              </a:spcBef>
              <a:buNone/>
              <a:defRPr sz="5400">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p>
            <a:fld id="{6DF2A675-1020-4672-8497-CDB1190FE408}" type="datetime1">
              <a:rPr lang="en-US" smtClean="0"/>
              <a:t>4/15/2026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FE0B72BA-2488-6234-EBE9-5F35F28FB99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6174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9906000" cy="1828800"/>
          </a:xfrm>
        </p:spPr>
        <p:txBody>
          <a:bodyPr anchor="b">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143000" y="2729555"/>
            <a:ext cx="9906000" cy="3214045"/>
          </a:xfrm>
        </p:spPr>
        <p:txBody>
          <a:bodyPr/>
          <a:lstStyle>
            <a:lvl1pPr marL="0" indent="0">
              <a:spcBef>
                <a:spcPts val="0"/>
              </a:spcBef>
              <a:buNone/>
              <a:defRPr>
                <a:solidFill>
                  <a:schemeClr val="tx1"/>
                </a:solidFill>
                <a:latin typeface="+mn-lt"/>
              </a:defRPr>
            </a:lvl1pPr>
            <a:lvl2pPr marL="228600" indent="0">
              <a:spcBef>
                <a:spcPts val="0"/>
              </a:spcBef>
              <a:buNone/>
              <a:defRPr>
                <a:solidFill>
                  <a:schemeClr val="tx1"/>
                </a:solidFill>
                <a:latin typeface="+mn-lt"/>
              </a:defRPr>
            </a:lvl2pPr>
            <a:lvl3pPr marL="457200" indent="0">
              <a:spcBef>
                <a:spcPts val="0"/>
              </a:spcBef>
              <a:buNone/>
              <a:defRPr>
                <a:solidFill>
                  <a:schemeClr val="tx1"/>
                </a:solidFill>
                <a:latin typeface="+mn-lt"/>
              </a:defRPr>
            </a:lvl3pPr>
            <a:lvl4pPr marL="685800" indent="0">
              <a:spcBef>
                <a:spcPts val="0"/>
              </a:spcBef>
              <a:buNone/>
              <a:defRPr>
                <a:solidFill>
                  <a:schemeClr val="tx1"/>
                </a:solidFill>
                <a:latin typeface="+mn-lt"/>
              </a:defRPr>
            </a:lvl4pPr>
            <a:lvl5pPr marL="914400" indent="0">
              <a:spcBef>
                <a:spcPts val="0"/>
              </a:spcBef>
              <a:buNone/>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lvl1pPr>
              <a:defRPr>
                <a:solidFill>
                  <a:schemeClr val="tx1"/>
                </a:solidFill>
              </a:defRPr>
            </a:lvl1pPr>
          </a:lstStyle>
          <a:p>
            <a:fld id="{5B21EF61-A901-4AB4-9C45-C45E4D36F49E}" type="datetime1">
              <a:rPr lang="en-US" smtClean="0"/>
              <a:t>4/15/2026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597917D3-DF16-9257-206A-EC4725B68DB8}"/>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385583"/>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2278617"/>
            <a:ext cx="8430767" cy="1842020"/>
          </a:xfrm>
        </p:spPr>
        <p:txBody>
          <a:bodyPr anchor="b">
            <a:noAutofit/>
          </a:bodyPr>
          <a:lstStyle>
            <a:lvl1pPr>
              <a:defRPr sz="7200">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143128" y="4335592"/>
            <a:ext cx="8430639" cy="1608008"/>
          </a:xfrm>
        </p:spPr>
        <p:txBody>
          <a:bodyPr>
            <a:normAutofit/>
          </a:bodyPr>
          <a:lstStyle>
            <a:lvl1pPr marL="0" indent="0">
              <a:spcBef>
                <a:spcPts val="0"/>
              </a:spcBef>
              <a:buNone/>
              <a:defRPr sz="1800">
                <a:solidFill>
                  <a:schemeClr val="bg1"/>
                </a:solidFill>
              </a:defRPr>
            </a:lvl1pPr>
            <a:lvl2pPr marL="228600" indent="0">
              <a:spcBef>
                <a:spcPts val="0"/>
              </a:spcBef>
              <a:buNone/>
              <a:defRPr sz="1600">
                <a:solidFill>
                  <a:schemeClr val="bg1"/>
                </a:solidFill>
              </a:defRPr>
            </a:lvl2pPr>
            <a:lvl3pPr marL="457200" indent="0">
              <a:spcBef>
                <a:spcPts val="0"/>
              </a:spcBef>
              <a:buNone/>
              <a:defRPr sz="1400">
                <a:solidFill>
                  <a:schemeClr val="bg1"/>
                </a:solidFill>
              </a:defRPr>
            </a:lvl3pPr>
            <a:lvl4pPr marL="685800" indent="0">
              <a:spcBef>
                <a:spcPts val="0"/>
              </a:spcBef>
              <a:buNone/>
              <a:defRPr sz="1400">
                <a:solidFill>
                  <a:schemeClr val="bg1"/>
                </a:solidFill>
              </a:defRPr>
            </a:lvl4pPr>
            <a:lvl5pPr marL="914400" indent="0">
              <a:spcBef>
                <a:spcPts val="0"/>
              </a:spcBef>
              <a:buNone/>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E99C0E38-0B6C-4F02-AE7F-390E700470CD}" type="datetime1">
              <a:rPr lang="en-US" smtClean="0"/>
              <a:t>4/15/2026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2972AAFA-E5BE-EBA1-7C6C-D6C7CA13C4A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316332"/>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1036"/>
            <a:ext cx="9906000" cy="999861"/>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1142999" y="1825625"/>
            <a:ext cx="4544695" cy="4117975"/>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5"/>
            <a:ext cx="4544695" cy="4117975"/>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833FF731-0671-4E16-83B5-1527EB111BED}" type="datetime1">
              <a:rPr lang="en-US" smtClean="0"/>
              <a:t>4/15/2026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78B40A4-AD32-3681-054F-B1104A95BB7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02171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143000" y="685800"/>
            <a:ext cx="9906000" cy="857904"/>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143000" y="1685735"/>
            <a:ext cx="4541520" cy="559834"/>
          </a:xfrm>
        </p:spPr>
        <p:txBody>
          <a:bodyPr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143000" y="2387600"/>
            <a:ext cx="4541838" cy="35560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8116" y="1685735"/>
            <a:ext cx="4541520" cy="559834"/>
          </a:xfrm>
        </p:spPr>
        <p:txBody>
          <a:bodyPr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7162" y="2387600"/>
            <a:ext cx="4541838" cy="35560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10058401" y="6400800"/>
            <a:ext cx="990599" cy="457200"/>
          </a:xfrm>
        </p:spPr>
        <p:txBody>
          <a:bodyPr/>
          <a:lstStyle/>
          <a:p>
            <a:fld id="{0522869C-8080-4F99-8FAC-1725E6C242DF}" type="datetime1">
              <a:rPr lang="en-US" smtClean="0"/>
              <a:t>4/15/2026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BFE3AABC-393D-6A10-85E1-3DA5FCF6F28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7237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143000" y="685800"/>
            <a:ext cx="9906000" cy="112403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10058401" y="6400800"/>
            <a:ext cx="990599" cy="457200"/>
          </a:xfrm>
        </p:spPr>
        <p:txBody>
          <a:bodyPr/>
          <a:lstStyle/>
          <a:p>
            <a:fld id="{8DF9FB6F-4F0B-43F9-AF69-3B0CAC3B888F}" type="datetime1">
              <a:rPr lang="en-US" smtClean="0"/>
              <a:t>4/15/2026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F47143C1-3BF7-2821-826F-7956E68E4E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00641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10058401" y="6400800"/>
            <a:ext cx="990599" cy="457200"/>
          </a:xfrm>
        </p:spPr>
        <p:txBody>
          <a:bodyPr/>
          <a:lstStyle/>
          <a:p>
            <a:fld id="{00E5B50F-7E5E-430D-954F-DEC2717D2CC8}" type="datetime1">
              <a:rPr lang="en-US" smtClean="0"/>
              <a:t>4/15/2026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332C6766-0277-BD60-47A7-70F9C799649E}"/>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57592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166740" y="685801"/>
            <a:ext cx="3595634" cy="1808584"/>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166740" y="2743200"/>
            <a:ext cx="3595634" cy="320040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7" y="685801"/>
            <a:ext cx="5943599" cy="525779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10058401" y="6400800"/>
            <a:ext cx="990599" cy="457200"/>
          </a:xfrm>
        </p:spPr>
        <p:txBody>
          <a:bodyPr/>
          <a:lstStyle/>
          <a:p>
            <a:fld id="{F5570C49-D89B-4A85-81F2-2955DCD49ED2}" type="datetime1">
              <a:rPr lang="en-US" smtClean="0"/>
              <a:t>4/15/2026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0F52DA44-7B78-2397-2B78-AD0FE8DE32E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0200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156692" y="685801"/>
            <a:ext cx="3595634" cy="1823162"/>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156692" y="2743200"/>
            <a:ext cx="3595634" cy="320040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34000" y="685802"/>
            <a:ext cx="5701308" cy="525779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10058401" y="6400800"/>
            <a:ext cx="990599" cy="457200"/>
          </a:xfrm>
        </p:spPr>
        <p:txBody>
          <a:bodyPr/>
          <a:lstStyle/>
          <a:p>
            <a:fld id="{E6CFD80B-F9FB-4989-A4EB-DBB19E6671FD}" type="datetime1">
              <a:rPr lang="en-US" smtClean="0"/>
              <a:t>4/15/2026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24420CDB-B7DC-0296-6DF4-02A4E776627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407820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143001" y="698501"/>
            <a:ext cx="9906000" cy="1018531"/>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142999" y="1902460"/>
            <a:ext cx="9906001" cy="40411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400800"/>
            <a:ext cx="2155071" cy="457200"/>
          </a:xfrm>
          <a:prstGeom prst="rect">
            <a:avLst/>
          </a:prstGeom>
        </p:spPr>
        <p:txBody>
          <a:bodyPr vert="horz" lIns="91440" tIns="45720" rIns="91440" bIns="45720" rtlCol="0" anchor="ctr"/>
          <a:lstStyle>
            <a:lvl1pPr algn="r" rtl="0">
              <a:defRPr sz="1000" b="1" i="0">
                <a:solidFill>
                  <a:schemeClr val="tx1"/>
                </a:solidFill>
                <a:latin typeface="+mj-lt"/>
                <a:cs typeface="Mongolian Baiti" panose="03000500000000000000" pitchFamily="66" charset="0"/>
              </a:defRPr>
            </a:lvl1pPr>
          </a:lstStyle>
          <a:p>
            <a:fld id="{8FD589F1-8A4C-4250-9180-4AE033388C26}" type="datetime1">
              <a:rPr lang="en-US" smtClean="0"/>
              <a:t>4/15/2026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52400" y="6400800"/>
            <a:ext cx="5943599" cy="457200"/>
          </a:xfrm>
          <a:prstGeom prst="rect">
            <a:avLst/>
          </a:prstGeom>
        </p:spPr>
        <p:txBody>
          <a:bodyPr vert="horz" lIns="91440" tIns="45720" rIns="91440" bIns="45720" rtlCol="0" anchor="ctr"/>
          <a:lstStyle>
            <a:lvl1pPr algn="l" rtl="0">
              <a:defRPr sz="1000" b="1" i="0">
                <a:solidFill>
                  <a:schemeClr val="tx1"/>
                </a:solidFill>
                <a:latin typeface="+mj-lt"/>
                <a:cs typeface="Mongolian Baiti" panose="03000500000000000000" pitchFamily="66" charset="0"/>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49000" y="6400800"/>
            <a:ext cx="990599" cy="457200"/>
          </a:xfrm>
          <a:prstGeom prst="rect">
            <a:avLst/>
          </a:prstGeom>
        </p:spPr>
        <p:txBody>
          <a:bodyPr vert="horz" lIns="91440" tIns="45720" rIns="91440" bIns="45720" rtlCol="0" anchor="ctr"/>
          <a:lstStyle>
            <a:lvl1pPr algn="r" rtl="0">
              <a:defRPr sz="1000" b="1" i="0">
                <a:solidFill>
                  <a:schemeClr val="accent1"/>
                </a:solidFill>
                <a:latin typeface="+mj-lt"/>
                <a:cs typeface="Mongolian Baiti" panose="03000500000000000000" pitchFamily="66" charset="0"/>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9647554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dt="0"/>
  <p:txStyles>
    <p:titleStyle>
      <a:lvl1pPr algn="l" defTabSz="914400" rtl="0" eaLnBrk="1" latinLnBrk="0" hangingPunct="1">
        <a:lnSpc>
          <a:spcPct val="80000"/>
        </a:lnSpc>
        <a:spcBef>
          <a:spcPct val="0"/>
        </a:spcBef>
        <a:buNone/>
        <a:defRPr sz="3600" b="0" i="0" kern="1200" spc="0" baseline="0">
          <a:solidFill>
            <a:schemeClr val="tx1"/>
          </a:solidFill>
          <a:latin typeface="+mj-lt"/>
          <a:ea typeface="+mj-ea"/>
          <a:cs typeface="Mongolian Baiti" panose="03000500000000000000" pitchFamily="66"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584" userDrawn="1">
          <p15:clr>
            <a:srgbClr val="F26B43"/>
          </p15:clr>
        </p15:guide>
        <p15:guide id="26" pos="96" userDrawn="1">
          <p15:clr>
            <a:srgbClr val="F26B43"/>
          </p15:clr>
        </p15:guide>
        <p15:guide id="27" pos="720" userDrawn="1">
          <p15:clr>
            <a:srgbClr val="F26B43"/>
          </p15:clr>
        </p15:guide>
        <p15:guide id="28" pos="6960" userDrawn="1">
          <p15:clr>
            <a:srgbClr val="F26B43"/>
          </p15:clr>
        </p15:guide>
        <p15:guide id="29" orient="horz" pos="4032" userDrawn="1">
          <p15:clr>
            <a:srgbClr val="F26B43"/>
          </p15:clr>
        </p15:guide>
        <p15:guide id="30" orient="horz" pos="432" userDrawn="1">
          <p15:clr>
            <a:srgbClr val="F26B43"/>
          </p15:clr>
        </p15:guide>
        <p15:guide id="3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xml"/><Relationship Id="rId1" Type="http://schemas.openxmlformats.org/officeDocument/2006/relationships/slideLayout" Target="../slideLayouts/slideLayout51.xml"/><Relationship Id="rId4" Type="http://schemas.openxmlformats.org/officeDocument/2006/relationships/image" Target="../media/image23.svg"/></Relationships>
</file>

<file path=ppt/slides/_rels/slide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4.xml"/><Relationship Id="rId1" Type="http://schemas.openxmlformats.org/officeDocument/2006/relationships/slideLayout" Target="../slideLayouts/slideLayout51.xml"/><Relationship Id="rId4" Type="http://schemas.openxmlformats.org/officeDocument/2006/relationships/image" Target="../media/image25.svg"/></Relationships>
</file>

<file path=ppt/slides/_rels/slide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1.svg"/><Relationship Id="rId7" Type="http://schemas.openxmlformats.org/officeDocument/2006/relationships/image" Target="../media/image29.svg"/><Relationship Id="rId2" Type="http://schemas.openxmlformats.org/officeDocument/2006/relationships/notesSlide" Target="../notesSlides/notesSlide5.xml"/><Relationship Id="rId1" Type="http://schemas.openxmlformats.org/officeDocument/2006/relationships/slideLayout" Target="../slideLayouts/slideLayout5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29B94F5-6916-4DD0-A1A4-3D0AD35EA680}"/>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8" name="Content Placeholder 7" descr="A modern, high-tech workspace featuring multiple computer monitors displaying code, data flow diagrams, and automation tools. The environment should convey innovation and efficiency, with subtle digital elements like circuit patterns and glowing lines suggesting automation and connectivity. The composition should allow for centered title overlay and maintain a premium, professional aesthetic. No visible or implied text, letters, or words should appear anywhere in the image">
            <a:extLst>
              <a:ext uri="{FF2B5EF4-FFF2-40B4-BE49-F238E27FC236}">
                <a16:creationId xmlns:a16="http://schemas.microsoft.com/office/drawing/2014/main" id="{52E10A8D-6565-4E3E-9E2E-115C1F89C448}"/>
              </a:ext>
            </a:extLst>
          </p:cNvPr>
          <p:cNvPicPr>
            <a:picLocks noGrp="1" noChangeAspect="1"/>
          </p:cNvPicPr>
          <p:nvPr>
            <p:ph sz="quarter" idx="16"/>
          </p:nvPr>
        </p:nvPicPr>
        <p:blipFill>
          <a:blip>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6" name="Slide Number Placeholder 5">
            <a:extLst>
              <a:ext uri="{FF2B5EF4-FFF2-40B4-BE49-F238E27FC236}">
                <a16:creationId xmlns:a16="http://schemas.microsoft.com/office/drawing/2014/main" id="{DF2E1C0B-6858-63B2-C647-B87056D93A85}"/>
              </a:ext>
            </a:extLst>
          </p:cNvPr>
          <p:cNvSpPr>
            <a:spLocks noGrp="1"/>
          </p:cNvSpPr>
          <p:nvPr>
            <p:ph type="sldNum" sz="quarter" idx="12"/>
          </p:nvPr>
        </p:nvSpPr>
        <p:spPr/>
        <p:txBody>
          <a:bodyPr/>
          <a:lstStyle/>
          <a:p>
            <a:fld id="{AEAA3239-9EA4-4A65-A281-97F994456D9F}" type="slidenum">
              <a:rPr lang="en-US" smtClean="0"/>
              <a:t>1</a:t>
            </a:fld>
            <a:endParaRPr lang="en-US" dirty="0"/>
          </a:p>
        </p:txBody>
      </p:sp>
      <p:sp>
        <p:nvSpPr>
          <p:cNvPr id="9" name="TextBox 8">
            <a:extLst>
              <a:ext uri="{FF2B5EF4-FFF2-40B4-BE49-F238E27FC236}">
                <a16:creationId xmlns:a16="http://schemas.microsoft.com/office/drawing/2014/main" id="{AB7D77C5-B297-4754-A072-0A9B0CD2B896}"/>
              </a:ext>
            </a:extLst>
          </p:cNvPr>
          <p:cNvSpPr txBox="1"/>
          <p:nvPr/>
        </p:nvSpPr>
        <p:spPr>
          <a:xfrm>
            <a:off x="619125" y="924966"/>
            <a:ext cx="4391025" cy="5475834"/>
          </a:xfrm>
          <a:prstGeom prst="rect">
            <a:avLst/>
          </a:prstGeom>
          <a:noFill/>
        </p:spPr>
        <p:txBody>
          <a:bodyPr wrap="square" rtlCol="0">
            <a:normAutofit/>
          </a:bodyPr>
          <a:lstStyle/>
          <a:p>
            <a:r>
              <a:rPr lang="en-GB" sz="4800" b="1" dirty="0"/>
              <a:t>Capital Edge Analytics Data Pipeline</a:t>
            </a:r>
          </a:p>
          <a:p>
            <a:endParaRPr lang="en-GB" sz="4800" dirty="0"/>
          </a:p>
          <a:p>
            <a:endParaRPr lang="en-GB" sz="4800" dirty="0"/>
          </a:p>
          <a:p>
            <a:br>
              <a:rPr lang="en-GB" sz="4800" dirty="0"/>
            </a:br>
            <a:r>
              <a:rPr lang="en-GB" sz="4000" dirty="0"/>
              <a:t>WAETSI Anyanwu</a:t>
            </a:r>
            <a:endParaRPr lang="en-GB" dirty="0"/>
          </a:p>
        </p:txBody>
      </p:sp>
      <p:sp>
        <p:nvSpPr>
          <p:cNvPr id="10" name="TextBox 9">
            <a:extLst>
              <a:ext uri="{FF2B5EF4-FFF2-40B4-BE49-F238E27FC236}">
                <a16:creationId xmlns:a16="http://schemas.microsoft.com/office/drawing/2014/main" id="{B5F816AA-45C8-4335-BE8F-A96702ED567A}"/>
              </a:ext>
            </a:extLst>
          </p:cNvPr>
          <p:cNvSpPr txBox="1"/>
          <p:nvPr/>
        </p:nvSpPr>
        <p:spPr>
          <a:xfrm>
            <a:off x="619125" y="5529262"/>
            <a:ext cx="4391025" cy="594121"/>
          </a:xfrm>
          <a:prstGeom prst="rect">
            <a:avLst/>
          </a:prstGeom>
          <a:noFill/>
        </p:spPr>
        <p:txBody>
          <a:bodyPr wrap="square" rtlCol="0">
            <a:normAutofit/>
          </a:bodyPr>
          <a:lstStyle/>
          <a:p>
            <a:pPr marL="0" algn="l">
              <a:buNone/>
            </a:pPr>
            <a:endParaRPr lang="en-GB" dirty="0"/>
          </a:p>
        </p:txBody>
      </p:sp>
    </p:spTree>
    <p:extLst>
      <p:ext uri="{BB962C8B-B14F-4D97-AF65-F5344CB8AC3E}">
        <p14:creationId xmlns:p14="http://schemas.microsoft.com/office/powerpoint/2010/main" val="2797098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6666283-E595-402C-8F5A-49E1972F8FCA}"/>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8" name="Content Placeholder 7" descr="A modern, technology-focused scene showing a sleek workspace with multiple computer screens displaying abstract pipeline diagrams and digital workflow interfaces. The environment should convey a sense of organization, innovation, and automation, with cool lighting and a premium business aesthetic. No visible or implied text, letters, or words should appear anywhere in the image. The composition should allow for overlay agenda text and support clarity and professionalism">
            <a:extLst>
              <a:ext uri="{FF2B5EF4-FFF2-40B4-BE49-F238E27FC236}">
                <a16:creationId xmlns:a16="http://schemas.microsoft.com/office/drawing/2014/main" id="{F3126004-9945-4105-A0EA-3436D6E49A9D}"/>
              </a:ext>
            </a:extLst>
          </p:cNvPr>
          <p:cNvPicPr>
            <a:picLocks noGrp="1" noChangeAspect="1"/>
          </p:cNvPicPr>
          <p:nvPr>
            <p:ph sz="quarter" idx="16"/>
          </p:nvPr>
        </p:nvPicPr>
        <p:blipFill>
          <a:blip>
            <a:extLst>
              <a:ext uri="{96DAC541-7B7A-43D3-8B79-37D633B846F1}">
                <asvg:svgBlip xmlns:asvg="http://schemas.microsoft.com/office/drawing/2016/SVG/main" r:embed="rId4"/>
              </a:ext>
            </a:extLst>
          </a:blip>
          <a:stretch>
            <a:fillRect/>
          </a:stretch>
        </p:blipFill>
        <p:spPr>
          <a:xfrm>
            <a:off x="0" y="0"/>
            <a:ext cx="4572000" cy="6858000"/>
          </a:xfrm>
          <a:prstGeom prst="rect">
            <a:avLst/>
          </a:prstGeom>
        </p:spPr>
      </p:pic>
      <p:sp>
        <p:nvSpPr>
          <p:cNvPr id="6" name="Slide Number Placeholder 5">
            <a:extLst>
              <a:ext uri="{FF2B5EF4-FFF2-40B4-BE49-F238E27FC236}">
                <a16:creationId xmlns:a16="http://schemas.microsoft.com/office/drawing/2014/main" id="{C5DACFA6-8234-8813-7E15-D3A88ADF8224}"/>
              </a:ext>
            </a:extLst>
          </p:cNvPr>
          <p:cNvSpPr>
            <a:spLocks noGrp="1"/>
          </p:cNvSpPr>
          <p:nvPr>
            <p:ph type="sldNum" sz="quarter" idx="12"/>
          </p:nvPr>
        </p:nvSpPr>
        <p:spPr/>
        <p:txBody>
          <a:bodyPr/>
          <a:lstStyle/>
          <a:p>
            <a:fld id="{AEAA3239-9EA4-4A65-A281-97F994456D9F}" type="slidenum">
              <a:rPr lang="en-US" smtClean="0"/>
              <a:t>2</a:t>
            </a:fld>
            <a:endParaRPr lang="en-US" dirty="0"/>
          </a:p>
        </p:txBody>
      </p:sp>
      <p:sp>
        <p:nvSpPr>
          <p:cNvPr id="9" name="TextBox 8">
            <a:extLst>
              <a:ext uri="{FF2B5EF4-FFF2-40B4-BE49-F238E27FC236}">
                <a16:creationId xmlns:a16="http://schemas.microsoft.com/office/drawing/2014/main" id="{0BD5FFC7-9E72-42F2-BECF-F5934C255E9C}"/>
              </a:ext>
            </a:extLst>
          </p:cNvPr>
          <p:cNvSpPr txBox="1"/>
          <p:nvPr/>
        </p:nvSpPr>
        <p:spPr>
          <a:xfrm>
            <a:off x="5343525" y="1343025"/>
            <a:ext cx="6477000" cy="639960"/>
          </a:xfrm>
          <a:prstGeom prst="rect">
            <a:avLst/>
          </a:prstGeom>
          <a:noFill/>
        </p:spPr>
        <p:txBody>
          <a:bodyPr wrap="square" rtlCol="0">
            <a:normAutofit fontScale="92500" lnSpcReduction="20000"/>
          </a:bodyPr>
          <a:lstStyle/>
          <a:p>
            <a:r>
              <a:rPr lang="en-GB" sz="4800" dirty="0"/>
              <a:t>Project Overview</a:t>
            </a:r>
            <a:endParaRPr lang="en-GB" dirty="0"/>
          </a:p>
        </p:txBody>
      </p:sp>
      <p:sp>
        <p:nvSpPr>
          <p:cNvPr id="10" name="TextBox 9">
            <a:extLst>
              <a:ext uri="{FF2B5EF4-FFF2-40B4-BE49-F238E27FC236}">
                <a16:creationId xmlns:a16="http://schemas.microsoft.com/office/drawing/2014/main" id="{F078AD44-5CD0-4CFC-8151-CBA123A052BD}"/>
              </a:ext>
            </a:extLst>
          </p:cNvPr>
          <p:cNvSpPr txBox="1"/>
          <p:nvPr/>
        </p:nvSpPr>
        <p:spPr>
          <a:xfrm>
            <a:off x="5343525" y="2363985"/>
            <a:ext cx="6477000" cy="3850548"/>
          </a:xfrm>
          <a:prstGeom prst="rect">
            <a:avLst/>
          </a:prstGeom>
          <a:noFill/>
        </p:spPr>
        <p:txBody>
          <a:bodyPr wrap="square" rtlCol="0">
            <a:normAutofit/>
          </a:bodyPr>
          <a:lstStyle/>
          <a:p>
            <a:pPr marL="0" algn="l">
              <a:buNone/>
            </a:pPr>
            <a:r>
              <a:rPr sz="2025" b="0" dirty="0">
                <a:solidFill>
                  <a:srgbClr val="000000"/>
                </a:solidFill>
                <a:effectLst/>
                <a:latin typeface="Avenir"/>
              </a:rPr>
              <a:t>• Understanding Automated Pipelines</a:t>
            </a:r>
            <a:r>
              <a:rPr dirty="0">
                <a:effectLst/>
              </a:rPr>
              <a:t> </a:t>
            </a:r>
          </a:p>
          <a:p>
            <a:pPr marL="0" algn="l">
              <a:spcBef>
                <a:spcPts val="1500"/>
              </a:spcBef>
              <a:buNone/>
            </a:pPr>
            <a:r>
              <a:rPr sz="2025" b="0" dirty="0">
                <a:solidFill>
                  <a:srgbClr val="000000"/>
                </a:solidFill>
                <a:effectLst/>
                <a:latin typeface="Avenir"/>
              </a:rPr>
              <a:t>• Planning and Designing the Pipeline</a:t>
            </a:r>
            <a:r>
              <a:rPr dirty="0">
                <a:effectLst/>
              </a:rPr>
              <a:t> </a:t>
            </a:r>
          </a:p>
          <a:p>
            <a:pPr marL="0" algn="l">
              <a:spcBef>
                <a:spcPts val="1500"/>
              </a:spcBef>
              <a:buNone/>
            </a:pPr>
            <a:r>
              <a:rPr sz="2025" b="0" dirty="0">
                <a:solidFill>
                  <a:srgbClr val="000000"/>
                </a:solidFill>
                <a:effectLst/>
                <a:latin typeface="Avenir"/>
              </a:rPr>
              <a:t>• Implementation Steps and Integration</a:t>
            </a:r>
            <a:r>
              <a:rPr dirty="0">
                <a:effectLst/>
              </a:rPr>
              <a:t> </a:t>
            </a:r>
          </a:p>
          <a:p>
            <a:pPr marL="0" algn="l">
              <a:spcBef>
                <a:spcPts val="1500"/>
              </a:spcBef>
              <a:buNone/>
            </a:pPr>
            <a:r>
              <a:rPr sz="2025" b="0" dirty="0">
                <a:solidFill>
                  <a:srgbClr val="000000"/>
                </a:solidFill>
                <a:effectLst/>
                <a:latin typeface="Avenir"/>
              </a:rPr>
              <a:t>• Monitoring, Maintenance, and Optimization</a:t>
            </a:r>
            <a:r>
              <a:rPr dirty="0">
                <a:effectLst/>
              </a:rPr>
              <a:t> </a:t>
            </a:r>
            <a:endParaRPr lang="en-GB" dirty="0"/>
          </a:p>
        </p:txBody>
      </p:sp>
      <p:sp>
        <p:nvSpPr>
          <p:cNvPr id="2" name="Rectangle 1">
            <a:extLst>
              <a:ext uri="{FF2B5EF4-FFF2-40B4-BE49-F238E27FC236}">
                <a16:creationId xmlns:a16="http://schemas.microsoft.com/office/drawing/2014/main" id="{2C1AD7C1-F27E-48D6-28B7-309BC59666C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Built an automated financial data pipeline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Extracts, transforms, and loads stock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Implements incremental loading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Improves efficiency and data accuracy </a:t>
            </a:r>
          </a:p>
        </p:txBody>
      </p:sp>
    </p:spTree>
    <p:extLst>
      <p:ext uri="{BB962C8B-B14F-4D97-AF65-F5344CB8AC3E}">
        <p14:creationId xmlns:p14="http://schemas.microsoft.com/office/powerpoint/2010/main" val="2867112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625F382-BE29-4E62-BA9C-5C75D4271056}"/>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B8DA8DD6-7383-AE48-B2BB-0FA799F44FF4}"/>
              </a:ext>
            </a:extLst>
          </p:cNvPr>
          <p:cNvSpPr>
            <a:spLocks noGrp="1"/>
          </p:cNvSpPr>
          <p:nvPr>
            <p:ph sz="quarter" idx="16"/>
          </p:nvPr>
        </p:nvSpPr>
        <p:spPr>
          <a:xfrm>
            <a:off x="828675" y="3609975"/>
            <a:ext cx="10534650" cy="2419350"/>
          </a:xfrm>
        </p:spPr>
        <p:txBody>
          <a:bodyPr>
            <a:normAutofit/>
          </a:bodyPr>
          <a:lstStyle/>
          <a:p>
            <a:pPr marL="0" indent="0" fontAlgn="b">
              <a:buNone/>
            </a:pPr>
            <a:r>
              <a:rPr lang="en-GB" sz="8800" dirty="0"/>
              <a:t>The Problem </a:t>
            </a:r>
            <a:endParaRPr lang="en-GB" dirty="0"/>
          </a:p>
        </p:txBody>
      </p:sp>
      <p:sp>
        <p:nvSpPr>
          <p:cNvPr id="6" name="Slide Number Placeholder 5">
            <a:extLst>
              <a:ext uri="{FF2B5EF4-FFF2-40B4-BE49-F238E27FC236}">
                <a16:creationId xmlns:a16="http://schemas.microsoft.com/office/drawing/2014/main" id="{2FB19042-B4FC-E54C-BCB0-FB396F64D6C5}"/>
              </a:ext>
            </a:extLst>
          </p:cNvPr>
          <p:cNvSpPr>
            <a:spLocks noGrp="1"/>
          </p:cNvSpPr>
          <p:nvPr>
            <p:ph type="sldNum" sz="quarter" idx="12"/>
          </p:nvPr>
        </p:nvSpPr>
        <p:spPr/>
        <p:txBody>
          <a:bodyPr/>
          <a:lstStyle/>
          <a:p>
            <a:fld id="{AEAA3239-9EA4-4A65-A281-97F994456D9F}" type="slidenum">
              <a:rPr lang="en-US" smtClean="0"/>
              <a:t>3</a:t>
            </a:fld>
            <a:endParaRPr lang="en-US" dirty="0"/>
          </a:p>
        </p:txBody>
      </p:sp>
    </p:spTree>
    <p:extLst>
      <p:ext uri="{BB962C8B-B14F-4D97-AF65-F5344CB8AC3E}">
        <p14:creationId xmlns:p14="http://schemas.microsoft.com/office/powerpoint/2010/main" val="3706435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32B4385-203C-4F2D-80D5-289018A875C1}"/>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8" name="Content Placeholder 7" descr="A clean, simplified illustration of an automated pipeline workflow, using a small number of clearly recognizable elements—interconnected gears, robotic arms, and digital interfaces—to represent software tools and scripts working together seamlessly. The scene should visually suggest orchestration, idempotency (with a subtle looped arrow or repeat symbol), and event-driven triggers (with a simple lightning bolt or alert icon), all set within a modern technology environment. The image should remain minimal, professional, and visually engaging, with no visible or implied text, letters, or words anywhere in the image">
            <a:extLst>
              <a:ext uri="{FF2B5EF4-FFF2-40B4-BE49-F238E27FC236}">
                <a16:creationId xmlns:a16="http://schemas.microsoft.com/office/drawing/2014/main" id="{194321D0-F4F1-4D97-BB4C-E402D91EE86B}"/>
              </a:ext>
            </a:extLst>
          </p:cNvPr>
          <p:cNvPicPr>
            <a:picLocks noGrp="1" noChangeAspect="1"/>
          </p:cNvPicPr>
          <p:nvPr>
            <p:ph sz="quarter" idx="16"/>
          </p:nvPr>
        </p:nvPicPr>
        <p:blipFill>
          <a:blip>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6" name="Slide Number Placeholder 5">
            <a:extLst>
              <a:ext uri="{FF2B5EF4-FFF2-40B4-BE49-F238E27FC236}">
                <a16:creationId xmlns:a16="http://schemas.microsoft.com/office/drawing/2014/main" id="{1D1F09C1-3A95-027B-FA5F-C54645C4659F}"/>
              </a:ext>
            </a:extLst>
          </p:cNvPr>
          <p:cNvSpPr>
            <a:spLocks noGrp="1"/>
          </p:cNvSpPr>
          <p:nvPr>
            <p:ph type="sldNum" sz="quarter" idx="12"/>
          </p:nvPr>
        </p:nvSpPr>
        <p:spPr/>
        <p:txBody>
          <a:bodyPr/>
          <a:lstStyle/>
          <a:p>
            <a:fld id="{AEAA3239-9EA4-4A65-A281-97F994456D9F}" type="slidenum">
              <a:rPr lang="en-US" smtClean="0"/>
              <a:t>4</a:t>
            </a:fld>
            <a:endParaRPr lang="en-US" dirty="0"/>
          </a:p>
        </p:txBody>
      </p:sp>
      <p:sp>
        <p:nvSpPr>
          <p:cNvPr id="10" name="TextBox 9">
            <a:extLst>
              <a:ext uri="{FF2B5EF4-FFF2-40B4-BE49-F238E27FC236}">
                <a16:creationId xmlns:a16="http://schemas.microsoft.com/office/drawing/2014/main" id="{B361ACE7-6612-4B3A-8C1C-7A6E3EC9602D}"/>
              </a:ext>
            </a:extLst>
          </p:cNvPr>
          <p:cNvSpPr txBox="1"/>
          <p:nvPr/>
        </p:nvSpPr>
        <p:spPr>
          <a:xfrm>
            <a:off x="619125" y="2347763"/>
            <a:ext cx="4391025" cy="3657600"/>
          </a:xfrm>
          <a:prstGeom prst="rect">
            <a:avLst/>
          </a:prstGeom>
          <a:noFill/>
        </p:spPr>
        <p:txBody>
          <a:bodyPr wrap="square" rtlCol="0">
            <a:normAutofit/>
          </a:bodyPr>
          <a:lstStyle/>
          <a:p>
            <a:pPr marL="0" algn="l">
              <a:buNone/>
            </a:pPr>
            <a:endParaRPr dirty="0">
              <a:effectLst/>
            </a:endParaRPr>
          </a:p>
        </p:txBody>
      </p:sp>
      <p:sp>
        <p:nvSpPr>
          <p:cNvPr id="5" name="Rectangle 4">
            <a:extLst>
              <a:ext uri="{FF2B5EF4-FFF2-40B4-BE49-F238E27FC236}">
                <a16:creationId xmlns:a16="http://schemas.microsoft.com/office/drawing/2014/main" id="{2AAE1E80-49B8-E861-2B4B-1A7D2E77EB07}"/>
              </a:ext>
            </a:extLst>
          </p:cNvPr>
          <p:cNvSpPr>
            <a:spLocks noChangeArrowheads="1"/>
          </p:cNvSpPr>
          <p:nvPr/>
        </p:nvSpPr>
        <p:spPr bwMode="auto">
          <a:xfrm>
            <a:off x="304800" y="2196991"/>
            <a:ext cx="3894015" cy="2430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was manually pulled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slow + error-prone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Bulk loading caused duplicate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structured pipeline </a:t>
            </a:r>
          </a:p>
          <a:p>
            <a:pPr marL="0" marR="0" lvl="0" indent="0" algn="l" defTabSz="914400" rtl="0" eaLnBrk="0" fontAlgn="base" latinLnBrk="0" hangingPunct="0">
              <a:lnSpc>
                <a:spcPct val="3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inconsistent outputs </a:t>
            </a:r>
          </a:p>
        </p:txBody>
      </p:sp>
    </p:spTree>
    <p:extLst>
      <p:ext uri="{BB962C8B-B14F-4D97-AF65-F5344CB8AC3E}">
        <p14:creationId xmlns:p14="http://schemas.microsoft.com/office/powerpoint/2010/main" val="1997227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51CAC7E-F9E1-4C34-85B4-F518A8550BC9}"/>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8" name="Content Placeholder 7">
            <a:extLst>
              <a:ext uri="{FF2B5EF4-FFF2-40B4-BE49-F238E27FC236}">
                <a16:creationId xmlns:a16="http://schemas.microsoft.com/office/drawing/2014/main" id="{70982309-6B78-443A-B930-D197F278D8DF}"/>
              </a:ext>
            </a:extLst>
          </p:cNvPr>
          <p:cNvPicPr>
            <a:picLocks noGrp="1" noChangeAspect="1"/>
          </p:cNvPicPr>
          <p:nvPr>
            <p:ph sz="quarter" idx="16"/>
          </p:nvPr>
        </p:nvPicPr>
        <p:blipFill>
          <a:blip>
            <a:extLst>
              <a:ext uri="{96DAC541-7B7A-43D3-8B79-37D633B846F1}">
                <asvg:svgBlip xmlns:asvg="http://schemas.microsoft.com/office/drawing/2016/SVG/main" r:embed="rId4"/>
              </a:ext>
            </a:extLst>
          </a:blip>
          <a:stretch>
            <a:fillRect/>
          </a:stretch>
        </p:blipFill>
        <p:spPr>
          <a:xfrm>
            <a:off x="781050" y="2272010"/>
            <a:ext cx="857250" cy="857250"/>
          </a:xfrm>
          <a:prstGeom prst="rect">
            <a:avLst/>
          </a:prstGeom>
        </p:spPr>
      </p:pic>
      <p:sp>
        <p:nvSpPr>
          <p:cNvPr id="6" name="Slide Number Placeholder 5">
            <a:extLst>
              <a:ext uri="{FF2B5EF4-FFF2-40B4-BE49-F238E27FC236}">
                <a16:creationId xmlns:a16="http://schemas.microsoft.com/office/drawing/2014/main" id="{58723619-9588-D7DA-947D-0DDDC79A4456}"/>
              </a:ext>
            </a:extLst>
          </p:cNvPr>
          <p:cNvSpPr>
            <a:spLocks noGrp="1"/>
          </p:cNvSpPr>
          <p:nvPr>
            <p:ph type="sldNum" sz="quarter" idx="12"/>
          </p:nvPr>
        </p:nvSpPr>
        <p:spPr/>
        <p:txBody>
          <a:bodyPr/>
          <a:lstStyle/>
          <a:p>
            <a:fld id="{AEAA3239-9EA4-4A65-A281-97F994456D9F}" type="slidenum">
              <a:rPr lang="en-US" smtClean="0"/>
              <a:t>5</a:t>
            </a:fld>
            <a:endParaRPr lang="en-US" dirty="0"/>
          </a:p>
        </p:txBody>
      </p:sp>
      <p:pic>
        <p:nvPicPr>
          <p:cNvPr id="9" name="Graphic 8" descr="A vector illustration icon of interconnected gears and arrows, symbolizing automation and process flow, designed with a transparent background">
            <a:extLst>
              <a:ext uri="{FF2B5EF4-FFF2-40B4-BE49-F238E27FC236}">
                <a16:creationId xmlns:a16="http://schemas.microsoft.com/office/drawing/2014/main" id="{A396D91E-5DD5-4CF6-B6DD-403EE9EC66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5825" y="2376785"/>
            <a:ext cx="647700" cy="647700"/>
          </a:xfrm>
          <a:prstGeom prst="ellipse">
            <a:avLst/>
          </a:prstGeom>
        </p:spPr>
      </p:pic>
      <p:pic>
        <p:nvPicPr>
          <p:cNvPr id="10" name="Graphic 9">
            <a:extLst>
              <a:ext uri="{FF2B5EF4-FFF2-40B4-BE49-F238E27FC236}">
                <a16:creationId xmlns:a16="http://schemas.microsoft.com/office/drawing/2014/main" id="{EA5C2C13-D426-413C-8ABD-7A2EAAE519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72225" y="2272010"/>
            <a:ext cx="857250" cy="857250"/>
          </a:xfrm>
          <a:prstGeom prst="rect">
            <a:avLst/>
          </a:prstGeom>
        </p:spPr>
      </p:pic>
      <p:pic>
        <p:nvPicPr>
          <p:cNvPr id="11" name="Graphic 10" descr="A vector illustration icon of interconnected gears and arrows, symbolizing automation and process flow, designed with a transparent background">
            <a:extLst>
              <a:ext uri="{FF2B5EF4-FFF2-40B4-BE49-F238E27FC236}">
                <a16:creationId xmlns:a16="http://schemas.microsoft.com/office/drawing/2014/main" id="{C482E2F1-2206-4578-B7C1-DAD3FE2592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77000" y="2376785"/>
            <a:ext cx="647700" cy="647700"/>
          </a:xfrm>
          <a:prstGeom prst="ellipse">
            <a:avLst/>
          </a:prstGeom>
        </p:spPr>
      </p:pic>
      <p:pic>
        <p:nvPicPr>
          <p:cNvPr id="12" name="Graphic 11">
            <a:extLst>
              <a:ext uri="{FF2B5EF4-FFF2-40B4-BE49-F238E27FC236}">
                <a16:creationId xmlns:a16="http://schemas.microsoft.com/office/drawing/2014/main" id="{F13DF79E-B895-4F01-89E5-F8EE9CE1B4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 y="4707880"/>
            <a:ext cx="857250" cy="857250"/>
          </a:xfrm>
          <a:prstGeom prst="rect">
            <a:avLst/>
          </a:prstGeom>
        </p:spPr>
      </p:pic>
      <p:pic>
        <p:nvPicPr>
          <p:cNvPr id="13" name="Graphic 12" descr="A vector illustration icon of interconnected gears and arrows, symbolizing automation and process flow, designed with a transparent background">
            <a:extLst>
              <a:ext uri="{FF2B5EF4-FFF2-40B4-BE49-F238E27FC236}">
                <a16:creationId xmlns:a16="http://schemas.microsoft.com/office/drawing/2014/main" id="{41859007-8093-4BA4-A309-ECA88D86207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5825" y="4812655"/>
            <a:ext cx="647700" cy="647700"/>
          </a:xfrm>
          <a:prstGeom prst="ellipse">
            <a:avLst/>
          </a:prstGeom>
        </p:spPr>
      </p:pic>
      <p:pic>
        <p:nvPicPr>
          <p:cNvPr id="14" name="Graphic 13">
            <a:extLst>
              <a:ext uri="{FF2B5EF4-FFF2-40B4-BE49-F238E27FC236}">
                <a16:creationId xmlns:a16="http://schemas.microsoft.com/office/drawing/2014/main" id="{EFD77AD2-9EC7-4ED3-8F08-9A8ED79DDC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72225" y="4707880"/>
            <a:ext cx="857250" cy="857250"/>
          </a:xfrm>
          <a:prstGeom prst="rect">
            <a:avLst/>
          </a:prstGeom>
        </p:spPr>
      </p:pic>
      <p:pic>
        <p:nvPicPr>
          <p:cNvPr id="15" name="Graphic 14" descr="A vector illustration icon of interconnected gears and arrows, symbolizing automation and process flow, designed with a transparent background">
            <a:extLst>
              <a:ext uri="{FF2B5EF4-FFF2-40B4-BE49-F238E27FC236}">
                <a16:creationId xmlns:a16="http://schemas.microsoft.com/office/drawing/2014/main" id="{0B2B00A8-80D4-416A-9A80-9ACB7053331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77000" y="4812655"/>
            <a:ext cx="647700" cy="647700"/>
          </a:xfrm>
          <a:prstGeom prst="ellipse">
            <a:avLst/>
          </a:prstGeom>
        </p:spPr>
      </p:pic>
      <p:sp>
        <p:nvSpPr>
          <p:cNvPr id="16" name="TextBox 15">
            <a:extLst>
              <a:ext uri="{FF2B5EF4-FFF2-40B4-BE49-F238E27FC236}">
                <a16:creationId xmlns:a16="http://schemas.microsoft.com/office/drawing/2014/main" id="{CF530A46-7A21-4BE1-9FA6-19AC1C30AA3E}"/>
              </a:ext>
            </a:extLst>
          </p:cNvPr>
          <p:cNvSpPr txBox="1"/>
          <p:nvPr/>
        </p:nvSpPr>
        <p:spPr>
          <a:xfrm>
            <a:off x="619125" y="1038225"/>
            <a:ext cx="10972800" cy="502890"/>
          </a:xfrm>
          <a:prstGeom prst="rect">
            <a:avLst/>
          </a:prstGeom>
          <a:noFill/>
        </p:spPr>
        <p:txBody>
          <a:bodyPr wrap="square" rtlCol="0">
            <a:normAutofit fontScale="92500" lnSpcReduction="20000"/>
          </a:bodyPr>
          <a:lstStyle/>
          <a:p>
            <a:pPr marL="0" algn="l">
              <a:buNone/>
            </a:pPr>
            <a:r>
              <a:rPr lang="en-GB" sz="3600" b="0" dirty="0">
                <a:solidFill>
                  <a:srgbClr val="000000"/>
                </a:solidFill>
                <a:effectLst/>
                <a:latin typeface="Mongolian Baiti" panose="03000500000000000000" pitchFamily="66" charset="0"/>
              </a:rPr>
              <a:t>Project Aim</a:t>
            </a:r>
            <a:endParaRPr lang="en-GB" dirty="0"/>
          </a:p>
        </p:txBody>
      </p:sp>
      <p:sp>
        <p:nvSpPr>
          <p:cNvPr id="17" name="TextBox 16">
            <a:extLst>
              <a:ext uri="{FF2B5EF4-FFF2-40B4-BE49-F238E27FC236}">
                <a16:creationId xmlns:a16="http://schemas.microsoft.com/office/drawing/2014/main" id="{4F3FCED5-2759-41EB-ACF3-296BD2A5FD4A}"/>
              </a:ext>
            </a:extLst>
          </p:cNvPr>
          <p:cNvSpPr txBox="1"/>
          <p:nvPr/>
        </p:nvSpPr>
        <p:spPr>
          <a:xfrm>
            <a:off x="1866900" y="2357735"/>
            <a:ext cx="3810000" cy="809476"/>
          </a:xfrm>
          <a:prstGeom prst="rect">
            <a:avLst/>
          </a:prstGeom>
          <a:noFill/>
        </p:spPr>
        <p:txBody>
          <a:bodyPr wrap="square" rtlCol="0">
            <a:normAutofit/>
          </a:bodyPr>
          <a:lstStyle/>
          <a:p>
            <a:r>
              <a:rPr lang="en-GB" sz="1600" dirty="0"/>
              <a:t>Automate data extraction from API</a:t>
            </a:r>
            <a:endParaRPr lang="en-GB" dirty="0"/>
          </a:p>
        </p:txBody>
      </p:sp>
      <p:sp>
        <p:nvSpPr>
          <p:cNvPr id="18" name="TextBox 17">
            <a:extLst>
              <a:ext uri="{FF2B5EF4-FFF2-40B4-BE49-F238E27FC236}">
                <a16:creationId xmlns:a16="http://schemas.microsoft.com/office/drawing/2014/main" id="{6723E3F0-0D52-4ABC-B380-EF5D3F1C7A6F}"/>
              </a:ext>
            </a:extLst>
          </p:cNvPr>
          <p:cNvSpPr txBox="1"/>
          <p:nvPr/>
        </p:nvSpPr>
        <p:spPr>
          <a:xfrm>
            <a:off x="14535150" y="4923432"/>
            <a:ext cx="3810000" cy="809476"/>
          </a:xfrm>
          <a:prstGeom prst="rect">
            <a:avLst/>
          </a:prstGeom>
          <a:noFill/>
        </p:spPr>
        <p:txBody>
          <a:bodyPr wrap="square" rtlCol="0">
            <a:normAutofit/>
          </a:bodyPr>
          <a:lstStyle/>
          <a:p>
            <a:pPr marL="0" algn="l">
              <a:buNone/>
            </a:pPr>
            <a:endParaRPr dirty="0">
              <a:effectLst/>
            </a:endParaRPr>
          </a:p>
        </p:txBody>
      </p:sp>
      <p:sp>
        <p:nvSpPr>
          <p:cNvPr id="19" name="TextBox 18">
            <a:extLst>
              <a:ext uri="{FF2B5EF4-FFF2-40B4-BE49-F238E27FC236}">
                <a16:creationId xmlns:a16="http://schemas.microsoft.com/office/drawing/2014/main" id="{F5969AB8-4D07-4431-8FE4-78B0CC2B9010}"/>
              </a:ext>
            </a:extLst>
          </p:cNvPr>
          <p:cNvSpPr txBox="1"/>
          <p:nvPr/>
        </p:nvSpPr>
        <p:spPr>
          <a:xfrm>
            <a:off x="3648075" y="9890671"/>
            <a:ext cx="3810000" cy="1040903"/>
          </a:xfrm>
          <a:prstGeom prst="rect">
            <a:avLst/>
          </a:prstGeom>
          <a:noFill/>
        </p:spPr>
        <p:txBody>
          <a:bodyPr wrap="square" rtlCol="0">
            <a:normAutofit/>
          </a:bodyPr>
          <a:lstStyle/>
          <a:p>
            <a:pPr marL="0" algn="l">
              <a:buNone/>
            </a:pPr>
            <a:endParaRPr dirty="0">
              <a:effectLst/>
            </a:endParaRPr>
          </a:p>
        </p:txBody>
      </p:sp>
      <p:sp>
        <p:nvSpPr>
          <p:cNvPr id="20" name="TextBox 19">
            <a:extLst>
              <a:ext uri="{FF2B5EF4-FFF2-40B4-BE49-F238E27FC236}">
                <a16:creationId xmlns:a16="http://schemas.microsoft.com/office/drawing/2014/main" id="{81278879-4E4B-419F-95C2-D8D3A59B0ED3}"/>
              </a:ext>
            </a:extLst>
          </p:cNvPr>
          <p:cNvSpPr txBox="1"/>
          <p:nvPr/>
        </p:nvSpPr>
        <p:spPr>
          <a:xfrm>
            <a:off x="7458075" y="4793605"/>
            <a:ext cx="3810000" cy="1040903"/>
          </a:xfrm>
          <a:prstGeom prst="rect">
            <a:avLst/>
          </a:prstGeom>
          <a:noFill/>
        </p:spPr>
        <p:txBody>
          <a:bodyPr wrap="square" rtlCol="0">
            <a:normAutofit/>
          </a:bodyPr>
          <a:lstStyle/>
          <a:p>
            <a:r>
              <a:rPr lang="en-GB" sz="1600" dirty="0"/>
              <a:t>Improve efficiency and scalability </a:t>
            </a:r>
          </a:p>
        </p:txBody>
      </p:sp>
      <p:sp>
        <p:nvSpPr>
          <p:cNvPr id="3" name="Rectangle 2">
            <a:extLst>
              <a:ext uri="{FF2B5EF4-FFF2-40B4-BE49-F238E27FC236}">
                <a16:creationId xmlns:a16="http://schemas.microsoft.com/office/drawing/2014/main" id="{00E9B36A-74B3-56C7-0A44-5403359B8A73}"/>
              </a:ext>
            </a:extLst>
          </p:cNvPr>
          <p:cNvSpPr>
            <a:spLocks noChangeArrowheads="1"/>
          </p:cNvSpPr>
          <p:nvPr/>
        </p:nvSpPr>
        <p:spPr bwMode="auto">
          <a:xfrm>
            <a:off x="7229475" y="271809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Transform raw data into structured format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3A55F14A-01A9-5460-108D-A19EBC77AFB5}"/>
              </a:ext>
            </a:extLst>
          </p:cNvPr>
          <p:cNvSpPr>
            <a:spLocks noChangeArrowheads="1"/>
          </p:cNvSpPr>
          <p:nvPr/>
        </p:nvSpPr>
        <p:spPr bwMode="auto">
          <a:xfrm>
            <a:off x="1781175" y="50970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Implement incremental loading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8632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114F706-EC84-40FF-8C71-94004A49F307}"/>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6" name="Slide Number Placeholder 5">
            <a:extLst>
              <a:ext uri="{FF2B5EF4-FFF2-40B4-BE49-F238E27FC236}">
                <a16:creationId xmlns:a16="http://schemas.microsoft.com/office/drawing/2014/main" id="{00BA4E11-3093-ADF3-15DE-CD1ABCB01CBC}"/>
              </a:ext>
            </a:extLst>
          </p:cNvPr>
          <p:cNvSpPr>
            <a:spLocks noGrp="1"/>
          </p:cNvSpPr>
          <p:nvPr>
            <p:ph type="sldNum" sz="quarter" idx="12"/>
          </p:nvPr>
        </p:nvSpPr>
        <p:spPr/>
        <p:txBody>
          <a:bodyPr/>
          <a:lstStyle/>
          <a:p>
            <a:fld id="{AEAA3239-9EA4-4A65-A281-97F994456D9F}" type="slidenum">
              <a:rPr lang="en-US" smtClean="0"/>
              <a:t>6</a:t>
            </a:fld>
            <a:endParaRPr lang="en-US" dirty="0"/>
          </a:p>
        </p:txBody>
      </p:sp>
      <p:sp>
        <p:nvSpPr>
          <p:cNvPr id="16" name="TextBox 15">
            <a:extLst>
              <a:ext uri="{FF2B5EF4-FFF2-40B4-BE49-F238E27FC236}">
                <a16:creationId xmlns:a16="http://schemas.microsoft.com/office/drawing/2014/main" id="{A0FAB17B-B099-4F27-A83B-CEAD61B478E8}"/>
              </a:ext>
            </a:extLst>
          </p:cNvPr>
          <p:cNvSpPr txBox="1"/>
          <p:nvPr/>
        </p:nvSpPr>
        <p:spPr>
          <a:xfrm>
            <a:off x="619125" y="1038224"/>
            <a:ext cx="10972800" cy="4869507"/>
          </a:xfrm>
          <a:prstGeom prst="rect">
            <a:avLst/>
          </a:prstGeom>
          <a:noFill/>
        </p:spPr>
        <p:txBody>
          <a:bodyPr wrap="square" rtlCol="0">
            <a:normAutofit/>
          </a:bodyPr>
          <a:lstStyle/>
          <a:p>
            <a:r>
              <a:rPr lang="en-GB" b="1" dirty="0"/>
              <a:t>Architecture</a:t>
            </a:r>
          </a:p>
          <a:p>
            <a:endParaRPr lang="en-GB" b="1" dirty="0">
              <a:effectLst/>
            </a:endParaRPr>
          </a:p>
          <a:p>
            <a:endParaRPr lang="en-GB" b="1" dirty="0"/>
          </a:p>
          <a:p>
            <a:endParaRPr lang="en-GB" b="1" dirty="0">
              <a:effectLst/>
            </a:endParaRPr>
          </a:p>
          <a:p>
            <a:endParaRPr lang="en-GB" b="1" dirty="0"/>
          </a:p>
          <a:p>
            <a:r>
              <a:rPr lang="en-GB" dirty="0">
                <a:effectLst/>
              </a:rPr>
              <a:t>API → Raw Data → Transform → Processed Data → Incremental Update</a:t>
            </a:r>
            <a:r>
              <a:rPr dirty="0">
                <a:effectLst/>
              </a:rPr>
              <a:t> </a:t>
            </a:r>
            <a:endParaRPr lang="en-GB" dirty="0">
              <a:effectLst/>
            </a:endParaRPr>
          </a:p>
          <a:p>
            <a:endParaRPr lang="en-GB" dirty="0"/>
          </a:p>
          <a:p>
            <a:r>
              <a:rPr lang="en-GB" dirty="0"/>
              <a:t>API → extraction </a:t>
            </a:r>
          </a:p>
          <a:p>
            <a:r>
              <a:rPr lang="en-GB" dirty="0"/>
              <a:t>Raw layer → JSON storage </a:t>
            </a:r>
          </a:p>
          <a:p>
            <a:r>
              <a:rPr lang="en-GB" dirty="0"/>
              <a:t>Transform → Data Frame </a:t>
            </a:r>
          </a:p>
          <a:p>
            <a:r>
              <a:rPr lang="en-GB" dirty="0"/>
              <a:t>Processed → CSV </a:t>
            </a:r>
          </a:p>
          <a:p>
            <a:r>
              <a:rPr lang="en-GB" dirty="0"/>
              <a:t>Incremental → update only new records </a:t>
            </a:r>
          </a:p>
          <a:p>
            <a:endParaRPr lang="en-GB" dirty="0"/>
          </a:p>
        </p:txBody>
      </p:sp>
      <p:sp>
        <p:nvSpPr>
          <p:cNvPr id="17" name="TextBox 16">
            <a:extLst>
              <a:ext uri="{FF2B5EF4-FFF2-40B4-BE49-F238E27FC236}">
                <a16:creationId xmlns:a16="http://schemas.microsoft.com/office/drawing/2014/main" id="{1D199B12-B676-41A9-AF55-D6FF1392047B}"/>
              </a:ext>
            </a:extLst>
          </p:cNvPr>
          <p:cNvSpPr txBox="1"/>
          <p:nvPr/>
        </p:nvSpPr>
        <p:spPr>
          <a:xfrm>
            <a:off x="1866900" y="2357735"/>
            <a:ext cx="3810000" cy="1114127"/>
          </a:xfrm>
          <a:prstGeom prst="rect">
            <a:avLst/>
          </a:prstGeom>
          <a:noFill/>
        </p:spPr>
        <p:txBody>
          <a:bodyPr wrap="square" rtlCol="0">
            <a:normAutofit/>
          </a:bodyPr>
          <a:lstStyle/>
          <a:p>
            <a:pPr marL="0" algn="l">
              <a:buNone/>
            </a:pPr>
            <a:endParaRPr lang="en-GB" dirty="0"/>
          </a:p>
        </p:txBody>
      </p:sp>
      <p:sp>
        <p:nvSpPr>
          <p:cNvPr id="20" name="TextBox 19">
            <a:extLst>
              <a:ext uri="{FF2B5EF4-FFF2-40B4-BE49-F238E27FC236}">
                <a16:creationId xmlns:a16="http://schemas.microsoft.com/office/drawing/2014/main" id="{862F0B2F-032B-4866-B793-2D8B33E4A7C0}"/>
              </a:ext>
            </a:extLst>
          </p:cNvPr>
          <p:cNvSpPr txBox="1"/>
          <p:nvPr/>
        </p:nvSpPr>
        <p:spPr>
          <a:xfrm>
            <a:off x="7458075" y="4793605"/>
            <a:ext cx="3810000" cy="1114127"/>
          </a:xfrm>
          <a:prstGeom prst="rect">
            <a:avLst/>
          </a:prstGeom>
          <a:noFill/>
        </p:spPr>
        <p:txBody>
          <a:bodyPr wrap="square" rtlCol="0">
            <a:normAutofit/>
          </a:bodyPr>
          <a:lstStyle/>
          <a:p>
            <a:pPr marL="0" algn="l">
              <a:buNone/>
            </a:pPr>
            <a:endParaRPr lang="en-GB" dirty="0"/>
          </a:p>
        </p:txBody>
      </p:sp>
    </p:spTree>
    <p:extLst>
      <p:ext uri="{BB962C8B-B14F-4D97-AF65-F5344CB8AC3E}">
        <p14:creationId xmlns:p14="http://schemas.microsoft.com/office/powerpoint/2010/main" val="791501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79D28-66EE-41FE-B123-7DE47130319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AADA861-B210-932F-CDC8-568DC27AC78C}"/>
              </a:ext>
            </a:extLst>
          </p:cNvPr>
          <p:cNvSpPr>
            <a:spLocks noGrp="1"/>
          </p:cNvSpPr>
          <p:nvPr>
            <p:ph type="sldNum" sz="quarter" idx="12"/>
          </p:nvPr>
        </p:nvSpPr>
        <p:spPr/>
        <p:txBody>
          <a:bodyPr/>
          <a:lstStyle/>
          <a:p>
            <a:fld id="{AEAA3239-9EA4-4A65-A281-97F994456D9F}" type="slidenum">
              <a:rPr lang="en-US" smtClean="0"/>
              <a:t>7</a:t>
            </a:fld>
            <a:endParaRPr lang="en-US" dirty="0"/>
          </a:p>
        </p:txBody>
      </p:sp>
      <p:sp>
        <p:nvSpPr>
          <p:cNvPr id="3" name="TextBox 2">
            <a:extLst>
              <a:ext uri="{FF2B5EF4-FFF2-40B4-BE49-F238E27FC236}">
                <a16:creationId xmlns:a16="http://schemas.microsoft.com/office/drawing/2014/main" id="{E51DB5E2-C0EE-8157-DE83-13DE0693027E}"/>
              </a:ext>
            </a:extLst>
          </p:cNvPr>
          <p:cNvSpPr txBox="1"/>
          <p:nvPr/>
        </p:nvSpPr>
        <p:spPr>
          <a:xfrm>
            <a:off x="3043767" y="619667"/>
            <a:ext cx="6104466" cy="369332"/>
          </a:xfrm>
          <a:prstGeom prst="rect">
            <a:avLst/>
          </a:prstGeom>
          <a:noFill/>
        </p:spPr>
        <p:txBody>
          <a:bodyPr wrap="square">
            <a:spAutoFit/>
          </a:bodyPr>
          <a:lstStyle/>
          <a:p>
            <a:r>
              <a:rPr lang="en-GB" dirty="0"/>
              <a:t>Data Extraction</a:t>
            </a:r>
          </a:p>
        </p:txBody>
      </p:sp>
      <p:pic>
        <p:nvPicPr>
          <p:cNvPr id="5" name="Picture 4">
            <a:extLst>
              <a:ext uri="{FF2B5EF4-FFF2-40B4-BE49-F238E27FC236}">
                <a16:creationId xmlns:a16="http://schemas.microsoft.com/office/drawing/2014/main" id="{887E7A63-E2BA-7742-2864-892768F5441C}"/>
              </a:ext>
            </a:extLst>
          </p:cNvPr>
          <p:cNvPicPr>
            <a:picLocks noChangeAspect="1"/>
          </p:cNvPicPr>
          <p:nvPr/>
        </p:nvPicPr>
        <p:blipFill>
          <a:blip r:embed="rId2"/>
          <a:stretch>
            <a:fillRect/>
          </a:stretch>
        </p:blipFill>
        <p:spPr>
          <a:xfrm>
            <a:off x="332570" y="1284514"/>
            <a:ext cx="10052401" cy="5026200"/>
          </a:xfrm>
          <a:prstGeom prst="rect">
            <a:avLst/>
          </a:prstGeom>
        </p:spPr>
      </p:pic>
    </p:spTree>
    <p:extLst>
      <p:ext uri="{BB962C8B-B14F-4D97-AF65-F5344CB8AC3E}">
        <p14:creationId xmlns:p14="http://schemas.microsoft.com/office/powerpoint/2010/main" val="932164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DC21798-E15E-74F3-278E-ADB8AE74ABF2}"/>
              </a:ext>
            </a:extLst>
          </p:cNvPr>
          <p:cNvSpPr>
            <a:spLocks noGrp="1"/>
          </p:cNvSpPr>
          <p:nvPr>
            <p:ph type="sldNum" sz="quarter" idx="12"/>
          </p:nvPr>
        </p:nvSpPr>
        <p:spPr/>
        <p:txBody>
          <a:bodyPr/>
          <a:lstStyle/>
          <a:p>
            <a:fld id="{AEAA3239-9EA4-4A65-A281-97F994456D9F}" type="slidenum">
              <a:rPr lang="en-US" smtClean="0"/>
              <a:t>8</a:t>
            </a:fld>
            <a:endParaRPr lang="en-US" dirty="0"/>
          </a:p>
        </p:txBody>
      </p:sp>
      <p:sp>
        <p:nvSpPr>
          <p:cNvPr id="7" name="Rectangle 1">
            <a:extLst>
              <a:ext uri="{FF2B5EF4-FFF2-40B4-BE49-F238E27FC236}">
                <a16:creationId xmlns:a16="http://schemas.microsoft.com/office/drawing/2014/main" id="{9F2E6F8D-853C-A32B-2F7A-E0E63DA539EA}"/>
              </a:ext>
            </a:extLst>
          </p:cNvPr>
          <p:cNvSpPr>
            <a:spLocks noChangeArrowheads="1"/>
          </p:cNvSpPr>
          <p:nvPr/>
        </p:nvSpPr>
        <p:spPr bwMode="auto">
          <a:xfrm>
            <a:off x="1219200" y="729225"/>
            <a:ext cx="4330032" cy="270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Used Alpha Vantage API </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Extracted stock data in JSON format </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Automated extraction process </a:t>
            </a:r>
          </a:p>
        </p:txBody>
      </p:sp>
    </p:spTree>
    <p:extLst>
      <p:ext uri="{BB962C8B-B14F-4D97-AF65-F5344CB8AC3E}">
        <p14:creationId xmlns:p14="http://schemas.microsoft.com/office/powerpoint/2010/main" val="19557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B99C8-99F2-4FB5-234F-5D71F89F446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6C845A0-27F5-7B6A-5CFF-04577B95D5DA}"/>
              </a:ext>
            </a:extLst>
          </p:cNvPr>
          <p:cNvSpPr>
            <a:spLocks noGrp="1"/>
          </p:cNvSpPr>
          <p:nvPr>
            <p:ph type="sldNum" sz="quarter" idx="12"/>
          </p:nvPr>
        </p:nvSpPr>
        <p:spPr/>
        <p:txBody>
          <a:bodyPr/>
          <a:lstStyle/>
          <a:p>
            <a:fld id="{AEAA3239-9EA4-4A65-A281-97F994456D9F}" type="slidenum">
              <a:rPr lang="en-US" smtClean="0"/>
              <a:t>9</a:t>
            </a:fld>
            <a:endParaRPr lang="en-US" dirty="0"/>
          </a:p>
        </p:txBody>
      </p:sp>
      <p:pic>
        <p:nvPicPr>
          <p:cNvPr id="3" name="Picture 2">
            <a:extLst>
              <a:ext uri="{FF2B5EF4-FFF2-40B4-BE49-F238E27FC236}">
                <a16:creationId xmlns:a16="http://schemas.microsoft.com/office/drawing/2014/main" id="{D3A3D54C-86A5-BDC7-DB5C-1419BA6830EC}"/>
              </a:ext>
            </a:extLst>
          </p:cNvPr>
          <p:cNvPicPr>
            <a:picLocks noChangeAspect="1"/>
          </p:cNvPicPr>
          <p:nvPr/>
        </p:nvPicPr>
        <p:blipFill>
          <a:blip r:embed="rId2"/>
          <a:stretch>
            <a:fillRect/>
          </a:stretch>
        </p:blipFill>
        <p:spPr>
          <a:xfrm>
            <a:off x="2093881" y="1277076"/>
            <a:ext cx="8021169" cy="4744112"/>
          </a:xfrm>
          <a:prstGeom prst="rect">
            <a:avLst/>
          </a:prstGeom>
        </p:spPr>
      </p:pic>
      <p:sp>
        <p:nvSpPr>
          <p:cNvPr id="5" name="TextBox 4">
            <a:extLst>
              <a:ext uri="{FF2B5EF4-FFF2-40B4-BE49-F238E27FC236}">
                <a16:creationId xmlns:a16="http://schemas.microsoft.com/office/drawing/2014/main" id="{5FCCD49C-CB5E-6F37-154D-7A66372B276B}"/>
              </a:ext>
            </a:extLst>
          </p:cNvPr>
          <p:cNvSpPr txBox="1"/>
          <p:nvPr/>
        </p:nvSpPr>
        <p:spPr>
          <a:xfrm>
            <a:off x="3052233" y="2821000"/>
            <a:ext cx="6104466" cy="369332"/>
          </a:xfrm>
          <a:prstGeom prst="rect">
            <a:avLst/>
          </a:prstGeom>
          <a:noFill/>
        </p:spPr>
        <p:txBody>
          <a:bodyPr wrap="square">
            <a:spAutoFit/>
          </a:bodyPr>
          <a:lstStyle/>
          <a:p>
            <a:r>
              <a:rPr lang="en-GB" dirty="0"/>
              <a:t>Data Transformation</a:t>
            </a:r>
          </a:p>
        </p:txBody>
      </p:sp>
      <p:sp>
        <p:nvSpPr>
          <p:cNvPr id="7" name="TextBox 6">
            <a:extLst>
              <a:ext uri="{FF2B5EF4-FFF2-40B4-BE49-F238E27FC236}">
                <a16:creationId xmlns:a16="http://schemas.microsoft.com/office/drawing/2014/main" id="{8AC0CA4F-3414-C762-2AE3-464DF7B1536A}"/>
              </a:ext>
            </a:extLst>
          </p:cNvPr>
          <p:cNvSpPr txBox="1"/>
          <p:nvPr/>
        </p:nvSpPr>
        <p:spPr>
          <a:xfrm>
            <a:off x="3505200" y="626533"/>
            <a:ext cx="2590800" cy="369332"/>
          </a:xfrm>
          <a:prstGeom prst="rect">
            <a:avLst/>
          </a:prstGeom>
          <a:noFill/>
        </p:spPr>
        <p:txBody>
          <a:bodyPr wrap="square" rtlCol="0">
            <a:spAutoFit/>
          </a:bodyPr>
          <a:lstStyle/>
          <a:p>
            <a:r>
              <a:rPr lang="en-GB" dirty="0"/>
              <a:t>Data Transformation</a:t>
            </a:r>
          </a:p>
        </p:txBody>
      </p:sp>
    </p:spTree>
    <p:extLst>
      <p:ext uri="{BB962C8B-B14F-4D97-AF65-F5344CB8AC3E}">
        <p14:creationId xmlns:p14="http://schemas.microsoft.com/office/powerpoint/2010/main" val="4117117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A977F-3EC9-C36A-A431-36BB4A098FC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C82B2EA-4159-8ABA-9CEB-B764A3AD01B7}"/>
              </a:ext>
            </a:extLst>
          </p:cNvPr>
          <p:cNvSpPr>
            <a:spLocks noGrp="1"/>
          </p:cNvSpPr>
          <p:nvPr>
            <p:ph type="sldNum" sz="quarter" idx="12"/>
          </p:nvPr>
        </p:nvSpPr>
        <p:spPr/>
        <p:txBody>
          <a:bodyPr/>
          <a:lstStyle/>
          <a:p>
            <a:fld id="{AEAA3239-9EA4-4A65-A281-97F994456D9F}" type="slidenum">
              <a:rPr lang="en-US" smtClean="0"/>
              <a:t>10</a:t>
            </a:fld>
            <a:endParaRPr lang="en-US" dirty="0"/>
          </a:p>
        </p:txBody>
      </p:sp>
      <p:sp>
        <p:nvSpPr>
          <p:cNvPr id="2" name="TextBox 1">
            <a:extLst>
              <a:ext uri="{FF2B5EF4-FFF2-40B4-BE49-F238E27FC236}">
                <a16:creationId xmlns:a16="http://schemas.microsoft.com/office/drawing/2014/main" id="{52812FAC-3746-D0B0-252C-3EF805A12995}"/>
              </a:ext>
            </a:extLst>
          </p:cNvPr>
          <p:cNvSpPr txBox="1"/>
          <p:nvPr/>
        </p:nvSpPr>
        <p:spPr>
          <a:xfrm>
            <a:off x="2827867" y="2082799"/>
            <a:ext cx="5960533" cy="1540929"/>
          </a:xfrm>
          <a:prstGeom prst="rect">
            <a:avLst/>
          </a:prstGeom>
          <a:noFill/>
        </p:spPr>
        <p:txBody>
          <a:bodyPr wrap="square" rtlCol="0">
            <a:spAutoFit/>
          </a:bodyPr>
          <a:lstStyle/>
          <a:p>
            <a:endParaRPr lang="en-GB" dirty="0"/>
          </a:p>
        </p:txBody>
      </p:sp>
      <p:sp>
        <p:nvSpPr>
          <p:cNvPr id="4" name="Rectangle 2">
            <a:extLst>
              <a:ext uri="{FF2B5EF4-FFF2-40B4-BE49-F238E27FC236}">
                <a16:creationId xmlns:a16="http://schemas.microsoft.com/office/drawing/2014/main" id="{BDD4AF12-2648-6D9E-6CE5-57DC0A886915}"/>
              </a:ext>
            </a:extLst>
          </p:cNvPr>
          <p:cNvSpPr>
            <a:spLocks noChangeArrowheads="1"/>
          </p:cNvSpPr>
          <p:nvPr/>
        </p:nvSpPr>
        <p:spPr bwMode="auto">
          <a:xfrm>
            <a:off x="3031066" y="1052389"/>
            <a:ext cx="5384801" cy="3261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Converted JSON → </a:t>
            </a:r>
            <a:r>
              <a:rPr kumimoji="0" lang="en-US" altLang="en-US" sz="1800" b="0" i="0" u="none" strike="noStrike" cap="none" normalizeH="0" baseline="0" dirty="0" err="1">
                <a:ln>
                  <a:noFill/>
                </a:ln>
                <a:solidFill>
                  <a:schemeClr val="tx1"/>
                </a:solidFill>
                <a:effectLst/>
                <a:latin typeface="Arial" panose="020B0604020202020204" pitchFamily="34" charset="0"/>
              </a:rPr>
              <a:t>DataFrame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Cleaned data types </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Structured dataset for analysis </a:t>
            </a:r>
          </a:p>
        </p:txBody>
      </p:sp>
    </p:spTree>
    <p:extLst>
      <p:ext uri="{BB962C8B-B14F-4D97-AF65-F5344CB8AC3E}">
        <p14:creationId xmlns:p14="http://schemas.microsoft.com/office/powerpoint/2010/main" val="2146218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3F254-ED6B-0CDD-4AAA-B67E0DDFEE2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1490B62-BBA9-2AB3-C8FF-D151A132C762}"/>
              </a:ext>
            </a:extLst>
          </p:cNvPr>
          <p:cNvSpPr>
            <a:spLocks noGrp="1"/>
          </p:cNvSpPr>
          <p:nvPr>
            <p:ph type="sldNum" sz="quarter" idx="12"/>
          </p:nvPr>
        </p:nvSpPr>
        <p:spPr/>
        <p:txBody>
          <a:bodyPr/>
          <a:lstStyle/>
          <a:p>
            <a:fld id="{AEAA3239-9EA4-4A65-A281-97F994456D9F}" type="slidenum">
              <a:rPr lang="en-US" sz="1100" smtClean="0"/>
              <a:t>11</a:t>
            </a:fld>
            <a:endParaRPr lang="en-US" sz="1100" dirty="0"/>
          </a:p>
        </p:txBody>
      </p:sp>
      <p:sp>
        <p:nvSpPr>
          <p:cNvPr id="2" name="TextBox 1">
            <a:extLst>
              <a:ext uri="{FF2B5EF4-FFF2-40B4-BE49-F238E27FC236}">
                <a16:creationId xmlns:a16="http://schemas.microsoft.com/office/drawing/2014/main" id="{F21C9AC9-EDBE-0004-2513-176774809DE9}"/>
              </a:ext>
            </a:extLst>
          </p:cNvPr>
          <p:cNvSpPr txBox="1"/>
          <p:nvPr/>
        </p:nvSpPr>
        <p:spPr>
          <a:xfrm>
            <a:off x="965201" y="524933"/>
            <a:ext cx="9482666" cy="461665"/>
          </a:xfrm>
          <a:prstGeom prst="rect">
            <a:avLst/>
          </a:prstGeom>
          <a:noFill/>
        </p:spPr>
        <p:txBody>
          <a:bodyPr wrap="square" rtlCol="0">
            <a:spAutoFit/>
          </a:bodyPr>
          <a:lstStyle/>
          <a:p>
            <a:r>
              <a:rPr lang="en-GB" sz="2400" b="1" dirty="0"/>
              <a:t>⭐ INCREMENTAL LOADING (MOST IMPORTANT SLIDE)</a:t>
            </a:r>
          </a:p>
        </p:txBody>
      </p:sp>
      <p:sp>
        <p:nvSpPr>
          <p:cNvPr id="7" name="Rectangle 2">
            <a:extLst>
              <a:ext uri="{FF2B5EF4-FFF2-40B4-BE49-F238E27FC236}">
                <a16:creationId xmlns:a16="http://schemas.microsoft.com/office/drawing/2014/main" id="{5C0C6027-D54C-7FF5-B34B-CBB9DB506728}"/>
              </a:ext>
            </a:extLst>
          </p:cNvPr>
          <p:cNvSpPr>
            <a:spLocks noChangeArrowheads="1"/>
          </p:cNvSpPr>
          <p:nvPr/>
        </p:nvSpPr>
        <p:spPr bwMode="auto">
          <a:xfrm rot="10800000" flipV="1">
            <a:off x="2370665" y="343001"/>
            <a:ext cx="5926667" cy="5425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System checks existing dataset </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Compares based on date </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Adds only new records </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Prevents duplication </a:t>
            </a:r>
          </a:p>
        </p:txBody>
      </p:sp>
    </p:spTree>
    <p:extLst>
      <p:ext uri="{BB962C8B-B14F-4D97-AF65-F5344CB8AC3E}">
        <p14:creationId xmlns:p14="http://schemas.microsoft.com/office/powerpoint/2010/main" val="2238554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0319B-ED28-FDD0-CDA7-DCB3E6829DD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526A2BB-312E-4A0F-D10B-6F224F1465D3}"/>
              </a:ext>
            </a:extLst>
          </p:cNvPr>
          <p:cNvSpPr>
            <a:spLocks noGrp="1"/>
          </p:cNvSpPr>
          <p:nvPr>
            <p:ph type="sldNum" sz="quarter" idx="12"/>
          </p:nvPr>
        </p:nvSpPr>
        <p:spPr/>
        <p:txBody>
          <a:bodyPr/>
          <a:lstStyle/>
          <a:p>
            <a:fld id="{AEAA3239-9EA4-4A65-A281-97F994456D9F}" type="slidenum">
              <a:rPr lang="en-US" smtClean="0"/>
              <a:t>12</a:t>
            </a:fld>
            <a:endParaRPr lang="en-US" dirty="0"/>
          </a:p>
        </p:txBody>
      </p:sp>
      <p:sp>
        <p:nvSpPr>
          <p:cNvPr id="3" name="TextBox 2">
            <a:extLst>
              <a:ext uri="{FF2B5EF4-FFF2-40B4-BE49-F238E27FC236}">
                <a16:creationId xmlns:a16="http://schemas.microsoft.com/office/drawing/2014/main" id="{C7B6B211-5CA3-22CE-8502-CA28795B5EDD}"/>
              </a:ext>
            </a:extLst>
          </p:cNvPr>
          <p:cNvSpPr txBox="1"/>
          <p:nvPr/>
        </p:nvSpPr>
        <p:spPr>
          <a:xfrm>
            <a:off x="3043767" y="551934"/>
            <a:ext cx="6104466" cy="369332"/>
          </a:xfrm>
          <a:prstGeom prst="rect">
            <a:avLst/>
          </a:prstGeom>
          <a:noFill/>
        </p:spPr>
        <p:txBody>
          <a:bodyPr wrap="square">
            <a:spAutoFit/>
          </a:bodyPr>
          <a:lstStyle/>
          <a:p>
            <a:r>
              <a:rPr lang="en-GB" b="1" dirty="0"/>
              <a:t>Automation</a:t>
            </a:r>
          </a:p>
        </p:txBody>
      </p:sp>
      <p:pic>
        <p:nvPicPr>
          <p:cNvPr id="5" name="Picture 4">
            <a:extLst>
              <a:ext uri="{FF2B5EF4-FFF2-40B4-BE49-F238E27FC236}">
                <a16:creationId xmlns:a16="http://schemas.microsoft.com/office/drawing/2014/main" id="{81068A31-EDB9-F771-8ED5-9E24CA53C759}"/>
              </a:ext>
            </a:extLst>
          </p:cNvPr>
          <p:cNvPicPr>
            <a:picLocks noChangeAspect="1"/>
          </p:cNvPicPr>
          <p:nvPr/>
        </p:nvPicPr>
        <p:blipFill>
          <a:blip r:embed="rId2"/>
          <a:stretch>
            <a:fillRect/>
          </a:stretch>
        </p:blipFill>
        <p:spPr>
          <a:xfrm>
            <a:off x="2238367" y="1337733"/>
            <a:ext cx="7069741" cy="3832588"/>
          </a:xfrm>
          <a:prstGeom prst="rect">
            <a:avLst/>
          </a:prstGeom>
        </p:spPr>
      </p:pic>
    </p:spTree>
    <p:extLst>
      <p:ext uri="{BB962C8B-B14F-4D97-AF65-F5344CB8AC3E}">
        <p14:creationId xmlns:p14="http://schemas.microsoft.com/office/powerpoint/2010/main" val="1961596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0608D-90B7-148C-5BE9-074E8E887B1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7F271F7-0181-64C4-0479-B1FF2B7DB34D}"/>
              </a:ext>
            </a:extLst>
          </p:cNvPr>
          <p:cNvSpPr>
            <a:spLocks noGrp="1"/>
          </p:cNvSpPr>
          <p:nvPr>
            <p:ph type="sldNum" sz="quarter" idx="12"/>
          </p:nvPr>
        </p:nvSpPr>
        <p:spPr/>
        <p:txBody>
          <a:bodyPr/>
          <a:lstStyle/>
          <a:p>
            <a:fld id="{AEAA3239-9EA4-4A65-A281-97F994456D9F}" type="slidenum">
              <a:rPr lang="en-US" smtClean="0"/>
              <a:t>13</a:t>
            </a:fld>
            <a:endParaRPr lang="en-US" dirty="0"/>
          </a:p>
        </p:txBody>
      </p:sp>
      <p:sp>
        <p:nvSpPr>
          <p:cNvPr id="2" name="TextBox 1">
            <a:extLst>
              <a:ext uri="{FF2B5EF4-FFF2-40B4-BE49-F238E27FC236}">
                <a16:creationId xmlns:a16="http://schemas.microsoft.com/office/drawing/2014/main" id="{0D370D35-53C0-4F46-3E28-62BB3B96F95E}"/>
              </a:ext>
            </a:extLst>
          </p:cNvPr>
          <p:cNvSpPr txBox="1"/>
          <p:nvPr/>
        </p:nvSpPr>
        <p:spPr>
          <a:xfrm>
            <a:off x="2844800" y="1516210"/>
            <a:ext cx="5960533" cy="1540929"/>
          </a:xfrm>
          <a:prstGeom prst="rect">
            <a:avLst/>
          </a:prstGeom>
          <a:noFill/>
        </p:spPr>
        <p:txBody>
          <a:bodyPr wrap="square" rtlCol="0">
            <a:spAutoFit/>
          </a:bodyPr>
          <a:lstStyle/>
          <a:p>
            <a:endParaRPr lang="en-GB" dirty="0"/>
          </a:p>
        </p:txBody>
      </p:sp>
      <p:sp>
        <p:nvSpPr>
          <p:cNvPr id="4" name="Rectangle 2">
            <a:extLst>
              <a:ext uri="{FF2B5EF4-FFF2-40B4-BE49-F238E27FC236}">
                <a16:creationId xmlns:a16="http://schemas.microsoft.com/office/drawing/2014/main" id="{5AB85504-D55B-0045-02A1-3B331ED0ED19}"/>
              </a:ext>
            </a:extLst>
          </p:cNvPr>
          <p:cNvSpPr>
            <a:spLocks noChangeArrowheads="1"/>
          </p:cNvSpPr>
          <p:nvPr/>
        </p:nvSpPr>
        <p:spPr bwMode="auto">
          <a:xfrm>
            <a:off x="3064933" y="1438336"/>
            <a:ext cx="5384801" cy="1599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3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3" name="Rectangle 1">
            <a:extLst>
              <a:ext uri="{FF2B5EF4-FFF2-40B4-BE49-F238E27FC236}">
                <a16:creationId xmlns:a16="http://schemas.microsoft.com/office/drawing/2014/main" id="{FA764F62-B286-8CFC-FE62-675161E17BC0}"/>
              </a:ext>
            </a:extLst>
          </p:cNvPr>
          <p:cNvSpPr>
            <a:spLocks noChangeArrowheads="1"/>
          </p:cNvSpPr>
          <p:nvPr/>
        </p:nvSpPr>
        <p:spPr bwMode="auto">
          <a:xfrm>
            <a:off x="2387600" y="1571003"/>
            <a:ext cx="7264400" cy="3261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Automated pipeline execution </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Runs extraction + transformation </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Simulates orchestration (Airflow concept) </a:t>
            </a:r>
          </a:p>
        </p:txBody>
      </p:sp>
    </p:spTree>
    <p:extLst>
      <p:ext uri="{BB962C8B-B14F-4D97-AF65-F5344CB8AC3E}">
        <p14:creationId xmlns:p14="http://schemas.microsoft.com/office/powerpoint/2010/main" val="953859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20B99-B3D5-5D28-C409-9F572A2DE82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EC70F0-7D81-88F1-66AC-6EF10077063B}"/>
              </a:ext>
            </a:extLst>
          </p:cNvPr>
          <p:cNvSpPr>
            <a:spLocks noGrp="1"/>
          </p:cNvSpPr>
          <p:nvPr>
            <p:ph type="sldNum" sz="quarter" idx="12"/>
          </p:nvPr>
        </p:nvSpPr>
        <p:spPr/>
        <p:txBody>
          <a:bodyPr/>
          <a:lstStyle/>
          <a:p>
            <a:fld id="{AEAA3239-9EA4-4A65-A281-97F994456D9F}" type="slidenum">
              <a:rPr lang="en-US" smtClean="0"/>
              <a:t>14</a:t>
            </a:fld>
            <a:endParaRPr lang="en-US" dirty="0"/>
          </a:p>
        </p:txBody>
      </p:sp>
      <p:sp>
        <p:nvSpPr>
          <p:cNvPr id="2" name="TextBox 1">
            <a:extLst>
              <a:ext uri="{FF2B5EF4-FFF2-40B4-BE49-F238E27FC236}">
                <a16:creationId xmlns:a16="http://schemas.microsoft.com/office/drawing/2014/main" id="{99034A83-6267-BC8D-39F1-625C8EDBCE40}"/>
              </a:ext>
            </a:extLst>
          </p:cNvPr>
          <p:cNvSpPr txBox="1"/>
          <p:nvPr/>
        </p:nvSpPr>
        <p:spPr>
          <a:xfrm>
            <a:off x="2844800" y="1516210"/>
            <a:ext cx="5960533" cy="1540929"/>
          </a:xfrm>
          <a:prstGeom prst="rect">
            <a:avLst/>
          </a:prstGeom>
          <a:noFill/>
        </p:spPr>
        <p:txBody>
          <a:bodyPr wrap="square" rtlCol="0">
            <a:spAutoFit/>
          </a:bodyPr>
          <a:lstStyle/>
          <a:p>
            <a:endParaRPr lang="en-GB" dirty="0"/>
          </a:p>
        </p:txBody>
      </p:sp>
      <p:sp>
        <p:nvSpPr>
          <p:cNvPr id="4" name="Rectangle 2">
            <a:extLst>
              <a:ext uri="{FF2B5EF4-FFF2-40B4-BE49-F238E27FC236}">
                <a16:creationId xmlns:a16="http://schemas.microsoft.com/office/drawing/2014/main" id="{C1A97270-3BA4-4D51-E17B-504D5E458A86}"/>
              </a:ext>
            </a:extLst>
          </p:cNvPr>
          <p:cNvSpPr>
            <a:spLocks noChangeArrowheads="1"/>
          </p:cNvSpPr>
          <p:nvPr/>
        </p:nvSpPr>
        <p:spPr bwMode="auto">
          <a:xfrm>
            <a:off x="3064933" y="1438336"/>
            <a:ext cx="5384801" cy="1599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3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5" name="Picture 4">
            <a:extLst>
              <a:ext uri="{FF2B5EF4-FFF2-40B4-BE49-F238E27FC236}">
                <a16:creationId xmlns:a16="http://schemas.microsoft.com/office/drawing/2014/main" id="{B804B4B5-8A5D-2451-1652-C23C15C223F9}"/>
              </a:ext>
            </a:extLst>
          </p:cNvPr>
          <p:cNvPicPr>
            <a:picLocks noChangeAspect="1"/>
          </p:cNvPicPr>
          <p:nvPr/>
        </p:nvPicPr>
        <p:blipFill>
          <a:blip r:embed="rId2"/>
          <a:stretch>
            <a:fillRect/>
          </a:stretch>
        </p:blipFill>
        <p:spPr>
          <a:xfrm>
            <a:off x="1985389" y="1480865"/>
            <a:ext cx="8221222" cy="3896269"/>
          </a:xfrm>
          <a:prstGeom prst="rect">
            <a:avLst/>
          </a:prstGeom>
        </p:spPr>
      </p:pic>
      <p:sp>
        <p:nvSpPr>
          <p:cNvPr id="7" name="TextBox 6">
            <a:extLst>
              <a:ext uri="{FF2B5EF4-FFF2-40B4-BE49-F238E27FC236}">
                <a16:creationId xmlns:a16="http://schemas.microsoft.com/office/drawing/2014/main" id="{ED766736-2D43-ACAC-2F5B-B080126AE387}"/>
              </a:ext>
            </a:extLst>
          </p:cNvPr>
          <p:cNvSpPr txBox="1"/>
          <p:nvPr/>
        </p:nvSpPr>
        <p:spPr>
          <a:xfrm>
            <a:off x="4047067" y="609600"/>
            <a:ext cx="2218266" cy="369332"/>
          </a:xfrm>
          <a:prstGeom prst="rect">
            <a:avLst/>
          </a:prstGeom>
          <a:noFill/>
        </p:spPr>
        <p:txBody>
          <a:bodyPr wrap="square" rtlCol="0">
            <a:spAutoFit/>
          </a:bodyPr>
          <a:lstStyle/>
          <a:p>
            <a:r>
              <a:rPr lang="en-GB" dirty="0"/>
              <a:t>Output</a:t>
            </a:r>
          </a:p>
        </p:txBody>
      </p:sp>
    </p:spTree>
    <p:extLst>
      <p:ext uri="{BB962C8B-B14F-4D97-AF65-F5344CB8AC3E}">
        <p14:creationId xmlns:p14="http://schemas.microsoft.com/office/powerpoint/2010/main" val="613423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BAB1-00E8-972D-5F4B-E381BA69580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2034F40-EF93-DD6C-665D-8D45BB17241A}"/>
              </a:ext>
            </a:extLst>
          </p:cNvPr>
          <p:cNvSpPr>
            <a:spLocks noGrp="1"/>
          </p:cNvSpPr>
          <p:nvPr>
            <p:ph type="sldNum" sz="quarter" idx="12"/>
          </p:nvPr>
        </p:nvSpPr>
        <p:spPr/>
        <p:txBody>
          <a:bodyPr/>
          <a:lstStyle/>
          <a:p>
            <a:fld id="{AEAA3239-9EA4-4A65-A281-97F994456D9F}" type="slidenum">
              <a:rPr lang="en-US" smtClean="0"/>
              <a:t>15</a:t>
            </a:fld>
            <a:endParaRPr lang="en-US" dirty="0"/>
          </a:p>
        </p:txBody>
      </p:sp>
      <p:sp>
        <p:nvSpPr>
          <p:cNvPr id="2" name="TextBox 1">
            <a:extLst>
              <a:ext uri="{FF2B5EF4-FFF2-40B4-BE49-F238E27FC236}">
                <a16:creationId xmlns:a16="http://schemas.microsoft.com/office/drawing/2014/main" id="{BEC0EC55-24EE-83CC-5CEF-D88DF7FECC2F}"/>
              </a:ext>
            </a:extLst>
          </p:cNvPr>
          <p:cNvSpPr txBox="1"/>
          <p:nvPr/>
        </p:nvSpPr>
        <p:spPr>
          <a:xfrm>
            <a:off x="2777066" y="1514170"/>
            <a:ext cx="5960533" cy="3265702"/>
          </a:xfrm>
          <a:prstGeom prst="rect">
            <a:avLst/>
          </a:prstGeom>
          <a:noFill/>
        </p:spPr>
        <p:txBody>
          <a:bodyPr wrap="square" rtlCol="0">
            <a:spAutoFit/>
          </a:bodyPr>
          <a:lstStyle/>
          <a:p>
            <a:pPr>
              <a:lnSpc>
                <a:spcPct val="300000"/>
              </a:lnSpc>
            </a:pPr>
            <a:r>
              <a:rPr lang="en-GB"/>
              <a:t>Reduced manual work </a:t>
            </a:r>
          </a:p>
          <a:p>
            <a:pPr>
              <a:lnSpc>
                <a:spcPct val="300000"/>
              </a:lnSpc>
            </a:pPr>
            <a:r>
              <a:rPr lang="en-GB"/>
              <a:t>Improved data accuracy </a:t>
            </a:r>
          </a:p>
          <a:p>
            <a:pPr>
              <a:lnSpc>
                <a:spcPct val="300000"/>
              </a:lnSpc>
            </a:pPr>
            <a:r>
              <a:rPr lang="en-GB"/>
              <a:t>Faster decision-making </a:t>
            </a:r>
          </a:p>
          <a:p>
            <a:pPr>
              <a:lnSpc>
                <a:spcPct val="300000"/>
              </a:lnSpc>
            </a:pPr>
            <a:r>
              <a:rPr lang="en-GB"/>
              <a:t>Scalable solution </a:t>
            </a:r>
          </a:p>
        </p:txBody>
      </p:sp>
      <p:sp>
        <p:nvSpPr>
          <p:cNvPr id="4" name="Rectangle 2">
            <a:extLst>
              <a:ext uri="{FF2B5EF4-FFF2-40B4-BE49-F238E27FC236}">
                <a16:creationId xmlns:a16="http://schemas.microsoft.com/office/drawing/2014/main" id="{2F7B41DB-F065-7D9F-F0A7-7DA526CA6BFC}"/>
              </a:ext>
            </a:extLst>
          </p:cNvPr>
          <p:cNvSpPr>
            <a:spLocks noChangeArrowheads="1"/>
          </p:cNvSpPr>
          <p:nvPr/>
        </p:nvSpPr>
        <p:spPr bwMode="auto">
          <a:xfrm>
            <a:off x="3064933" y="1438336"/>
            <a:ext cx="5384801" cy="1599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3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7" name="TextBox 6">
            <a:extLst>
              <a:ext uri="{FF2B5EF4-FFF2-40B4-BE49-F238E27FC236}">
                <a16:creationId xmlns:a16="http://schemas.microsoft.com/office/drawing/2014/main" id="{6183B2EA-1E44-9974-1E54-20D0EA7F47A2}"/>
              </a:ext>
            </a:extLst>
          </p:cNvPr>
          <p:cNvSpPr txBox="1"/>
          <p:nvPr/>
        </p:nvSpPr>
        <p:spPr>
          <a:xfrm>
            <a:off x="3043767" y="331800"/>
            <a:ext cx="6104466" cy="369332"/>
          </a:xfrm>
          <a:prstGeom prst="rect">
            <a:avLst/>
          </a:prstGeom>
          <a:noFill/>
        </p:spPr>
        <p:txBody>
          <a:bodyPr wrap="square">
            <a:spAutoFit/>
          </a:bodyPr>
          <a:lstStyle/>
          <a:p>
            <a:r>
              <a:rPr lang="en-GB" dirty="0"/>
              <a:t>Business Value</a:t>
            </a:r>
          </a:p>
        </p:txBody>
      </p:sp>
    </p:spTree>
    <p:extLst>
      <p:ext uri="{BB962C8B-B14F-4D97-AF65-F5344CB8AC3E}">
        <p14:creationId xmlns:p14="http://schemas.microsoft.com/office/powerpoint/2010/main" val="2861426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EF23-3FE3-B78A-F525-E630AE52AB1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CB34AFB-E865-4220-5B0C-7B4EDE64F184}"/>
              </a:ext>
            </a:extLst>
          </p:cNvPr>
          <p:cNvSpPr>
            <a:spLocks noGrp="1"/>
          </p:cNvSpPr>
          <p:nvPr>
            <p:ph type="sldNum" sz="quarter" idx="12"/>
          </p:nvPr>
        </p:nvSpPr>
        <p:spPr/>
        <p:txBody>
          <a:bodyPr/>
          <a:lstStyle/>
          <a:p>
            <a:fld id="{AEAA3239-9EA4-4A65-A281-97F994456D9F}" type="slidenum">
              <a:rPr lang="en-US" smtClean="0"/>
              <a:t>16</a:t>
            </a:fld>
            <a:endParaRPr lang="en-US" dirty="0"/>
          </a:p>
        </p:txBody>
      </p:sp>
      <p:sp>
        <p:nvSpPr>
          <p:cNvPr id="2" name="TextBox 1">
            <a:extLst>
              <a:ext uri="{FF2B5EF4-FFF2-40B4-BE49-F238E27FC236}">
                <a16:creationId xmlns:a16="http://schemas.microsoft.com/office/drawing/2014/main" id="{1B5D5EEB-AA39-776B-53C0-952D1F1F585D}"/>
              </a:ext>
            </a:extLst>
          </p:cNvPr>
          <p:cNvSpPr txBox="1"/>
          <p:nvPr/>
        </p:nvSpPr>
        <p:spPr>
          <a:xfrm>
            <a:off x="2844800" y="1516210"/>
            <a:ext cx="5960533" cy="1540929"/>
          </a:xfrm>
          <a:prstGeom prst="rect">
            <a:avLst/>
          </a:prstGeom>
          <a:noFill/>
        </p:spPr>
        <p:txBody>
          <a:bodyPr wrap="square" rtlCol="0">
            <a:spAutoFit/>
          </a:bodyPr>
          <a:lstStyle/>
          <a:p>
            <a:endParaRPr lang="en-GB" dirty="0"/>
          </a:p>
        </p:txBody>
      </p:sp>
      <p:sp>
        <p:nvSpPr>
          <p:cNvPr id="4" name="Rectangle 2">
            <a:extLst>
              <a:ext uri="{FF2B5EF4-FFF2-40B4-BE49-F238E27FC236}">
                <a16:creationId xmlns:a16="http://schemas.microsoft.com/office/drawing/2014/main" id="{DB1F0E45-EC6D-A1A4-908D-4567B529C7E2}"/>
              </a:ext>
            </a:extLst>
          </p:cNvPr>
          <p:cNvSpPr>
            <a:spLocks noChangeArrowheads="1"/>
          </p:cNvSpPr>
          <p:nvPr/>
        </p:nvSpPr>
        <p:spPr bwMode="auto">
          <a:xfrm>
            <a:off x="3064933" y="1438336"/>
            <a:ext cx="5384801" cy="1599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3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5" name="TextBox 4">
            <a:extLst>
              <a:ext uri="{FF2B5EF4-FFF2-40B4-BE49-F238E27FC236}">
                <a16:creationId xmlns:a16="http://schemas.microsoft.com/office/drawing/2014/main" id="{B8EFA28B-2311-2EC6-6902-560823458F69}"/>
              </a:ext>
            </a:extLst>
          </p:cNvPr>
          <p:cNvSpPr txBox="1"/>
          <p:nvPr/>
        </p:nvSpPr>
        <p:spPr>
          <a:xfrm>
            <a:off x="1727200" y="846667"/>
            <a:ext cx="7907867" cy="3265702"/>
          </a:xfrm>
          <a:prstGeom prst="rect">
            <a:avLst/>
          </a:prstGeom>
          <a:noFill/>
        </p:spPr>
        <p:txBody>
          <a:bodyPr wrap="square">
            <a:spAutoFit/>
          </a:bodyPr>
          <a:lstStyle/>
          <a:p>
            <a:pPr>
              <a:lnSpc>
                <a:spcPct val="300000"/>
              </a:lnSpc>
              <a:buNone/>
            </a:pPr>
            <a:r>
              <a:rPr lang="en-GB" b="1" dirty="0"/>
              <a:t>Challenges</a:t>
            </a:r>
            <a:endParaRPr lang="en-GB" dirty="0"/>
          </a:p>
          <a:p>
            <a:pPr>
              <a:lnSpc>
                <a:spcPct val="300000"/>
              </a:lnSpc>
              <a:buFont typeface="Arial" panose="020B0604020202020204" pitchFamily="34" charset="0"/>
              <a:buChar char="•"/>
            </a:pPr>
            <a:r>
              <a:rPr lang="en-GB" dirty="0"/>
              <a:t>Handling data types </a:t>
            </a:r>
          </a:p>
          <a:p>
            <a:pPr>
              <a:lnSpc>
                <a:spcPct val="300000"/>
              </a:lnSpc>
              <a:buFont typeface="Arial" panose="020B0604020202020204" pitchFamily="34" charset="0"/>
              <a:buChar char="•"/>
            </a:pPr>
            <a:r>
              <a:rPr lang="en-GB" dirty="0"/>
              <a:t>Managing incremental logic </a:t>
            </a:r>
          </a:p>
          <a:p>
            <a:pPr>
              <a:lnSpc>
                <a:spcPct val="300000"/>
              </a:lnSpc>
              <a:buFont typeface="Arial" panose="020B0604020202020204" pitchFamily="34" charset="0"/>
              <a:buChar char="•"/>
            </a:pPr>
            <a:r>
              <a:rPr lang="en-GB" dirty="0"/>
              <a:t>Debugging pipeline errors</a:t>
            </a:r>
          </a:p>
        </p:txBody>
      </p:sp>
    </p:spTree>
    <p:extLst>
      <p:ext uri="{BB962C8B-B14F-4D97-AF65-F5344CB8AC3E}">
        <p14:creationId xmlns:p14="http://schemas.microsoft.com/office/powerpoint/2010/main" val="2416713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0ED53-5872-9E5D-D109-CBFCABB21E5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F5961A-5A25-AF97-BAA9-A94EA04BB896}"/>
              </a:ext>
            </a:extLst>
          </p:cNvPr>
          <p:cNvSpPr>
            <a:spLocks noGrp="1"/>
          </p:cNvSpPr>
          <p:nvPr>
            <p:ph type="sldNum" sz="quarter" idx="12"/>
          </p:nvPr>
        </p:nvSpPr>
        <p:spPr/>
        <p:txBody>
          <a:bodyPr/>
          <a:lstStyle/>
          <a:p>
            <a:fld id="{AEAA3239-9EA4-4A65-A281-97F994456D9F}" type="slidenum">
              <a:rPr lang="en-US" smtClean="0"/>
              <a:t>17</a:t>
            </a:fld>
            <a:endParaRPr lang="en-US" dirty="0"/>
          </a:p>
        </p:txBody>
      </p:sp>
      <p:sp>
        <p:nvSpPr>
          <p:cNvPr id="2" name="TextBox 1">
            <a:extLst>
              <a:ext uri="{FF2B5EF4-FFF2-40B4-BE49-F238E27FC236}">
                <a16:creationId xmlns:a16="http://schemas.microsoft.com/office/drawing/2014/main" id="{EB42D56E-7CD3-DE30-D62E-DE1B7A6BAD64}"/>
              </a:ext>
            </a:extLst>
          </p:cNvPr>
          <p:cNvSpPr txBox="1"/>
          <p:nvPr/>
        </p:nvSpPr>
        <p:spPr>
          <a:xfrm>
            <a:off x="2844800" y="1516210"/>
            <a:ext cx="5960533" cy="1540929"/>
          </a:xfrm>
          <a:prstGeom prst="rect">
            <a:avLst/>
          </a:prstGeom>
          <a:noFill/>
        </p:spPr>
        <p:txBody>
          <a:bodyPr wrap="square" rtlCol="0">
            <a:spAutoFit/>
          </a:bodyPr>
          <a:lstStyle/>
          <a:p>
            <a:endParaRPr lang="en-GB" dirty="0"/>
          </a:p>
        </p:txBody>
      </p:sp>
      <p:sp>
        <p:nvSpPr>
          <p:cNvPr id="4" name="Rectangle 2">
            <a:extLst>
              <a:ext uri="{FF2B5EF4-FFF2-40B4-BE49-F238E27FC236}">
                <a16:creationId xmlns:a16="http://schemas.microsoft.com/office/drawing/2014/main" id="{363A7706-F78D-1261-CFB3-BC7CCD5C250B}"/>
              </a:ext>
            </a:extLst>
          </p:cNvPr>
          <p:cNvSpPr>
            <a:spLocks noChangeArrowheads="1"/>
          </p:cNvSpPr>
          <p:nvPr/>
        </p:nvSpPr>
        <p:spPr bwMode="auto">
          <a:xfrm>
            <a:off x="3064933" y="1438336"/>
            <a:ext cx="5384801" cy="1599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3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5" name="TextBox 4">
            <a:extLst>
              <a:ext uri="{FF2B5EF4-FFF2-40B4-BE49-F238E27FC236}">
                <a16:creationId xmlns:a16="http://schemas.microsoft.com/office/drawing/2014/main" id="{F6FA8640-D144-460F-4F96-F90A479F09F1}"/>
              </a:ext>
            </a:extLst>
          </p:cNvPr>
          <p:cNvSpPr txBox="1"/>
          <p:nvPr/>
        </p:nvSpPr>
        <p:spPr>
          <a:xfrm>
            <a:off x="2269067" y="1016000"/>
            <a:ext cx="6887632" cy="3265702"/>
          </a:xfrm>
          <a:prstGeom prst="rect">
            <a:avLst/>
          </a:prstGeom>
          <a:noFill/>
        </p:spPr>
        <p:txBody>
          <a:bodyPr wrap="square">
            <a:spAutoFit/>
          </a:bodyPr>
          <a:lstStyle/>
          <a:p>
            <a:pPr>
              <a:lnSpc>
                <a:spcPct val="300000"/>
              </a:lnSpc>
              <a:buNone/>
            </a:pPr>
            <a:r>
              <a:rPr lang="en-GB" b="1" dirty="0"/>
              <a:t>Conclusion</a:t>
            </a:r>
            <a:endParaRPr lang="en-GB" dirty="0"/>
          </a:p>
          <a:p>
            <a:pPr>
              <a:lnSpc>
                <a:spcPct val="300000"/>
              </a:lnSpc>
              <a:buFont typeface="Arial" panose="020B0604020202020204" pitchFamily="34" charset="0"/>
              <a:buChar char="•"/>
            </a:pPr>
            <a:r>
              <a:rPr lang="en-GB" dirty="0"/>
              <a:t>Built end-to-end pipeline </a:t>
            </a:r>
          </a:p>
          <a:p>
            <a:pPr>
              <a:lnSpc>
                <a:spcPct val="300000"/>
              </a:lnSpc>
              <a:buFont typeface="Arial" panose="020B0604020202020204" pitchFamily="34" charset="0"/>
              <a:buChar char="•"/>
            </a:pPr>
            <a:r>
              <a:rPr lang="en-GB" dirty="0"/>
              <a:t>Implemented efficient data processing </a:t>
            </a:r>
          </a:p>
          <a:p>
            <a:pPr>
              <a:lnSpc>
                <a:spcPct val="300000"/>
              </a:lnSpc>
              <a:buFont typeface="Arial" panose="020B0604020202020204" pitchFamily="34" charset="0"/>
              <a:buChar char="•"/>
            </a:pPr>
            <a:r>
              <a:rPr lang="en-GB" dirty="0"/>
              <a:t>Ready for real-world scaling</a:t>
            </a:r>
          </a:p>
        </p:txBody>
      </p:sp>
    </p:spTree>
    <p:extLst>
      <p:ext uri="{BB962C8B-B14F-4D97-AF65-F5344CB8AC3E}">
        <p14:creationId xmlns:p14="http://schemas.microsoft.com/office/powerpoint/2010/main" val="2953151783"/>
      </p:ext>
    </p:extLst>
  </p:cSld>
  <p:clrMapOvr>
    <a:masterClrMapping/>
  </p:clrMapOvr>
</p:sld>
</file>

<file path=ppt/theme/theme1.xml><?xml version="1.0" encoding="utf-8"?>
<a:theme xmlns:a="http://schemas.openxmlformats.org/drawingml/2006/main" name="Quick study">
  <a:themeElements>
    <a:clrScheme name="Custom 2">
      <a:dk1>
        <a:srgbClr val="000000"/>
      </a:dk1>
      <a:lt1>
        <a:srgbClr val="FFFFFF"/>
      </a:lt1>
      <a:dk2>
        <a:srgbClr val="6B6969"/>
      </a:dk2>
      <a:lt2>
        <a:srgbClr val="FFFEFA"/>
      </a:lt2>
      <a:accent1>
        <a:srgbClr val="DDA151"/>
      </a:accent1>
      <a:accent2>
        <a:srgbClr val="FFD33F"/>
      </a:accent2>
      <a:accent3>
        <a:srgbClr val="E0D9BE"/>
      </a:accent3>
      <a:accent4>
        <a:srgbClr val="0FAE60"/>
      </a:accent4>
      <a:accent5>
        <a:srgbClr val="2B8AD4"/>
      </a:accent5>
      <a:accent6>
        <a:srgbClr val="E1612E"/>
      </a:accent6>
      <a:hlink>
        <a:srgbClr val="467886"/>
      </a:hlink>
      <a:folHlink>
        <a:srgbClr val="96607D"/>
      </a:folHlink>
    </a:clrScheme>
    <a:fontScheme name="Quick study">
      <a:majorFont>
        <a:latin typeface="Mongolian Bait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ick Study_win32_SD_V4" id="{62319037-9F07-4567-B4F2-AF117ABC5CCB}" vid="{0BC39864-9F70-40C9-9CA9-1A6913D50B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538</Words>
  <Application>Microsoft Office PowerPoint</Application>
  <PresentationFormat>Widescreen</PresentationFormat>
  <Paragraphs>116</Paragraphs>
  <Slides>17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Avenir</vt:lpstr>
      <vt:lpstr>Avenir Next LT Pro</vt:lpstr>
      <vt:lpstr>Mongolian Baiti</vt:lpstr>
      <vt:lpstr>Quick study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Waetsi Anyanwu</dc:creator>
  <cp:lastModifiedBy>Waetsi Anyanwu</cp:lastModifiedBy>
  <cp:revision>1</cp:revision>
  <dcterms:created xsi:type="dcterms:W3CDTF">2026-04-15T12:27:55Z</dcterms:created>
  <dcterms:modified xsi:type="dcterms:W3CDTF">2026-04-15T13:29:35Z</dcterms:modified>
</cp:coreProperties>
</file>