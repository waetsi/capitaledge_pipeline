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5" d="100"/>
          <a:sy n="65" d="100"/>
        </p:scale>
        <p:origin x="1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D2DEFA-80BD-4EBA-893F-785A586B8CD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EF03758-464A-47B2-8E07-D55A8D1B727B}">
      <dgm:prSet/>
      <dgm:spPr/>
      <dgm:t>
        <a:bodyPr/>
        <a:lstStyle/>
        <a:p>
          <a:pPr>
            <a:defRPr cap="all"/>
          </a:pPr>
          <a:r>
            <a:rPr lang="en-GB" b="1"/>
            <a:t>Raw financial data is unstructured </a:t>
          </a:r>
          <a:endParaRPr lang="en-US"/>
        </a:p>
      </dgm:t>
    </dgm:pt>
    <dgm:pt modelId="{5E0AF341-311A-4E15-BDD3-04ED3D21FA88}" type="parTrans" cxnId="{482C5EF1-9F35-4C83-A4D5-67774572AE9E}">
      <dgm:prSet/>
      <dgm:spPr/>
      <dgm:t>
        <a:bodyPr/>
        <a:lstStyle/>
        <a:p>
          <a:endParaRPr lang="en-US"/>
        </a:p>
      </dgm:t>
    </dgm:pt>
    <dgm:pt modelId="{78C7B648-468C-4807-B4E8-CE15820D8C9B}" type="sibTrans" cxnId="{482C5EF1-9F35-4C83-A4D5-67774572AE9E}">
      <dgm:prSet/>
      <dgm:spPr/>
      <dgm:t>
        <a:bodyPr/>
        <a:lstStyle/>
        <a:p>
          <a:endParaRPr lang="en-US"/>
        </a:p>
      </dgm:t>
    </dgm:pt>
    <dgm:pt modelId="{4CD19732-7F42-4699-ACBE-77268B7A30C7}">
      <dgm:prSet/>
      <dgm:spPr/>
      <dgm:t>
        <a:bodyPr/>
        <a:lstStyle/>
        <a:p>
          <a:pPr>
            <a:defRPr cap="all"/>
          </a:pPr>
          <a:r>
            <a:rPr lang="en-GB" b="1"/>
            <a:t>Manual processing is inefficient </a:t>
          </a:r>
          <a:endParaRPr lang="en-US"/>
        </a:p>
      </dgm:t>
    </dgm:pt>
    <dgm:pt modelId="{8C947896-ABC9-4D3B-9885-2C0D247AB032}" type="parTrans" cxnId="{9FA5B5B9-1EE6-4776-9616-C2457CE34DED}">
      <dgm:prSet/>
      <dgm:spPr/>
      <dgm:t>
        <a:bodyPr/>
        <a:lstStyle/>
        <a:p>
          <a:endParaRPr lang="en-US"/>
        </a:p>
      </dgm:t>
    </dgm:pt>
    <dgm:pt modelId="{20B544FA-96D9-46AE-83BF-C1B36E75E6C2}" type="sibTrans" cxnId="{9FA5B5B9-1EE6-4776-9616-C2457CE34DED}">
      <dgm:prSet/>
      <dgm:spPr/>
      <dgm:t>
        <a:bodyPr/>
        <a:lstStyle/>
        <a:p>
          <a:endParaRPr lang="en-US"/>
        </a:p>
      </dgm:t>
    </dgm:pt>
    <dgm:pt modelId="{BF4F1A71-20C5-4C47-AE0E-49D02E5C1C4A}">
      <dgm:prSet/>
      <dgm:spPr/>
      <dgm:t>
        <a:bodyPr/>
        <a:lstStyle/>
        <a:p>
          <a:pPr>
            <a:defRPr cap="all"/>
          </a:pPr>
          <a:r>
            <a:rPr lang="en-GB" b="1"/>
            <a:t>Need automation and scalability </a:t>
          </a:r>
          <a:endParaRPr lang="en-US"/>
        </a:p>
      </dgm:t>
    </dgm:pt>
    <dgm:pt modelId="{7F31070B-2358-4D87-ACA1-341718706987}" type="parTrans" cxnId="{588ACA3A-9665-42A1-AC77-AF835F3B7DB3}">
      <dgm:prSet/>
      <dgm:spPr/>
      <dgm:t>
        <a:bodyPr/>
        <a:lstStyle/>
        <a:p>
          <a:endParaRPr lang="en-US"/>
        </a:p>
      </dgm:t>
    </dgm:pt>
    <dgm:pt modelId="{A17BA3A0-AD32-4BC3-9585-772C5C0874C2}" type="sibTrans" cxnId="{588ACA3A-9665-42A1-AC77-AF835F3B7DB3}">
      <dgm:prSet/>
      <dgm:spPr/>
      <dgm:t>
        <a:bodyPr/>
        <a:lstStyle/>
        <a:p>
          <a:endParaRPr lang="en-US"/>
        </a:p>
      </dgm:t>
    </dgm:pt>
    <dgm:pt modelId="{924B8528-4514-4BC8-B148-A730EF69CC90}" type="pres">
      <dgm:prSet presAssocID="{42D2DEFA-80BD-4EBA-893F-785A586B8CD3}" presName="root" presStyleCnt="0">
        <dgm:presLayoutVars>
          <dgm:dir/>
          <dgm:resizeHandles val="exact"/>
        </dgm:presLayoutVars>
      </dgm:prSet>
      <dgm:spPr/>
    </dgm:pt>
    <dgm:pt modelId="{DFBE61F0-FF90-4F6A-8AAE-2D40649E1964}" type="pres">
      <dgm:prSet presAssocID="{6EF03758-464A-47B2-8E07-D55A8D1B727B}" presName="compNode" presStyleCnt="0"/>
      <dgm:spPr/>
    </dgm:pt>
    <dgm:pt modelId="{3E256C3D-281B-411D-B9C0-201C98D406AE}" type="pres">
      <dgm:prSet presAssocID="{6EF03758-464A-47B2-8E07-D55A8D1B727B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09FCA63-7DD0-4464-9735-67B85BD3A784}" type="pres">
      <dgm:prSet presAssocID="{6EF03758-464A-47B2-8E07-D55A8D1B727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802B3AE-8F03-4F56-B115-7251ED639603}" type="pres">
      <dgm:prSet presAssocID="{6EF03758-464A-47B2-8E07-D55A8D1B727B}" presName="spaceRect" presStyleCnt="0"/>
      <dgm:spPr/>
    </dgm:pt>
    <dgm:pt modelId="{7B655DCF-69BA-427C-AA1F-14C0978E13E9}" type="pres">
      <dgm:prSet presAssocID="{6EF03758-464A-47B2-8E07-D55A8D1B727B}" presName="textRect" presStyleLbl="revTx" presStyleIdx="0" presStyleCnt="3">
        <dgm:presLayoutVars>
          <dgm:chMax val="1"/>
          <dgm:chPref val="1"/>
        </dgm:presLayoutVars>
      </dgm:prSet>
      <dgm:spPr/>
    </dgm:pt>
    <dgm:pt modelId="{92BDD2DD-7F29-45C4-97EA-D796F7B361F5}" type="pres">
      <dgm:prSet presAssocID="{78C7B648-468C-4807-B4E8-CE15820D8C9B}" presName="sibTrans" presStyleCnt="0"/>
      <dgm:spPr/>
    </dgm:pt>
    <dgm:pt modelId="{B502444B-8699-4935-94DC-C55658CC9E3E}" type="pres">
      <dgm:prSet presAssocID="{4CD19732-7F42-4699-ACBE-77268B7A30C7}" presName="compNode" presStyleCnt="0"/>
      <dgm:spPr/>
    </dgm:pt>
    <dgm:pt modelId="{56BD0E77-B4EB-4BA8-BEE3-EB287271669B}" type="pres">
      <dgm:prSet presAssocID="{4CD19732-7F42-4699-ACBE-77268B7A30C7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D9FB0E1-B053-45B0-8590-49EEDFF31E6D}" type="pres">
      <dgm:prSet presAssocID="{4CD19732-7F42-4699-ACBE-77268B7A30C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84DB33B-7AC6-4314-BB57-D13FE4F373A7}" type="pres">
      <dgm:prSet presAssocID="{4CD19732-7F42-4699-ACBE-77268B7A30C7}" presName="spaceRect" presStyleCnt="0"/>
      <dgm:spPr/>
    </dgm:pt>
    <dgm:pt modelId="{A55F14D6-DBB6-4108-9C30-A00D2E055B51}" type="pres">
      <dgm:prSet presAssocID="{4CD19732-7F42-4699-ACBE-77268B7A30C7}" presName="textRect" presStyleLbl="revTx" presStyleIdx="1" presStyleCnt="3">
        <dgm:presLayoutVars>
          <dgm:chMax val="1"/>
          <dgm:chPref val="1"/>
        </dgm:presLayoutVars>
      </dgm:prSet>
      <dgm:spPr/>
    </dgm:pt>
    <dgm:pt modelId="{BE3A8AFF-745B-454A-9A69-53E173639562}" type="pres">
      <dgm:prSet presAssocID="{20B544FA-96D9-46AE-83BF-C1B36E75E6C2}" presName="sibTrans" presStyleCnt="0"/>
      <dgm:spPr/>
    </dgm:pt>
    <dgm:pt modelId="{B762DAF6-E2D2-456A-A501-B72BD9397890}" type="pres">
      <dgm:prSet presAssocID="{BF4F1A71-20C5-4C47-AE0E-49D02E5C1C4A}" presName="compNode" presStyleCnt="0"/>
      <dgm:spPr/>
    </dgm:pt>
    <dgm:pt modelId="{8B6138E1-859A-402C-8532-4A19B5284FA7}" type="pres">
      <dgm:prSet presAssocID="{BF4F1A71-20C5-4C47-AE0E-49D02E5C1C4A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D8A78C6-2B18-47AD-9992-B8E7DDA89DA9}" type="pres">
      <dgm:prSet presAssocID="{BF4F1A71-20C5-4C47-AE0E-49D02E5C1C4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FDCF99A-8040-4632-A688-83C6D477B772}" type="pres">
      <dgm:prSet presAssocID="{BF4F1A71-20C5-4C47-AE0E-49D02E5C1C4A}" presName="spaceRect" presStyleCnt="0"/>
      <dgm:spPr/>
    </dgm:pt>
    <dgm:pt modelId="{710E3918-992F-4D6E-9408-85BED7D1F81E}" type="pres">
      <dgm:prSet presAssocID="{BF4F1A71-20C5-4C47-AE0E-49D02E5C1C4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88ACA3A-9665-42A1-AC77-AF835F3B7DB3}" srcId="{42D2DEFA-80BD-4EBA-893F-785A586B8CD3}" destId="{BF4F1A71-20C5-4C47-AE0E-49D02E5C1C4A}" srcOrd="2" destOrd="0" parTransId="{7F31070B-2358-4D87-ACA1-341718706987}" sibTransId="{A17BA3A0-AD32-4BC3-9585-772C5C0874C2}"/>
    <dgm:cxn modelId="{EA441E6F-05C8-4146-824C-BFAB2B7134AE}" type="presOf" srcId="{42D2DEFA-80BD-4EBA-893F-785A586B8CD3}" destId="{924B8528-4514-4BC8-B148-A730EF69CC90}" srcOrd="0" destOrd="0" presId="urn:microsoft.com/office/officeart/2018/5/layout/IconLeafLabelList"/>
    <dgm:cxn modelId="{D42E9F7A-C4CC-4349-802D-95C2F7FB7B70}" type="presOf" srcId="{4CD19732-7F42-4699-ACBE-77268B7A30C7}" destId="{A55F14D6-DBB6-4108-9C30-A00D2E055B51}" srcOrd="0" destOrd="0" presId="urn:microsoft.com/office/officeart/2018/5/layout/IconLeafLabelList"/>
    <dgm:cxn modelId="{EEBDDAB4-6F55-4D11-9B72-D930331FEB85}" type="presOf" srcId="{6EF03758-464A-47B2-8E07-D55A8D1B727B}" destId="{7B655DCF-69BA-427C-AA1F-14C0978E13E9}" srcOrd="0" destOrd="0" presId="urn:microsoft.com/office/officeart/2018/5/layout/IconLeafLabelList"/>
    <dgm:cxn modelId="{9FA5B5B9-1EE6-4776-9616-C2457CE34DED}" srcId="{42D2DEFA-80BD-4EBA-893F-785A586B8CD3}" destId="{4CD19732-7F42-4699-ACBE-77268B7A30C7}" srcOrd="1" destOrd="0" parTransId="{8C947896-ABC9-4D3B-9885-2C0D247AB032}" sibTransId="{20B544FA-96D9-46AE-83BF-C1B36E75E6C2}"/>
    <dgm:cxn modelId="{EAFC8BE9-DC89-4C02-984A-1BF912502B0F}" type="presOf" srcId="{BF4F1A71-20C5-4C47-AE0E-49D02E5C1C4A}" destId="{710E3918-992F-4D6E-9408-85BED7D1F81E}" srcOrd="0" destOrd="0" presId="urn:microsoft.com/office/officeart/2018/5/layout/IconLeafLabelList"/>
    <dgm:cxn modelId="{482C5EF1-9F35-4C83-A4D5-67774572AE9E}" srcId="{42D2DEFA-80BD-4EBA-893F-785A586B8CD3}" destId="{6EF03758-464A-47B2-8E07-D55A8D1B727B}" srcOrd="0" destOrd="0" parTransId="{5E0AF341-311A-4E15-BDD3-04ED3D21FA88}" sibTransId="{78C7B648-468C-4807-B4E8-CE15820D8C9B}"/>
    <dgm:cxn modelId="{4220724A-800B-4DF0-B8BC-AED34A8C9AE0}" type="presParOf" srcId="{924B8528-4514-4BC8-B148-A730EF69CC90}" destId="{DFBE61F0-FF90-4F6A-8AAE-2D40649E1964}" srcOrd="0" destOrd="0" presId="urn:microsoft.com/office/officeart/2018/5/layout/IconLeafLabelList"/>
    <dgm:cxn modelId="{02E8E247-552A-408F-BD97-31F0CF2AD806}" type="presParOf" srcId="{DFBE61F0-FF90-4F6A-8AAE-2D40649E1964}" destId="{3E256C3D-281B-411D-B9C0-201C98D406AE}" srcOrd="0" destOrd="0" presId="urn:microsoft.com/office/officeart/2018/5/layout/IconLeafLabelList"/>
    <dgm:cxn modelId="{196611FA-5B8B-45CB-8046-8C5A4E1986D7}" type="presParOf" srcId="{DFBE61F0-FF90-4F6A-8AAE-2D40649E1964}" destId="{C09FCA63-7DD0-4464-9735-67B85BD3A784}" srcOrd="1" destOrd="0" presId="urn:microsoft.com/office/officeart/2018/5/layout/IconLeafLabelList"/>
    <dgm:cxn modelId="{69145C06-587C-4739-852B-75113B431256}" type="presParOf" srcId="{DFBE61F0-FF90-4F6A-8AAE-2D40649E1964}" destId="{B802B3AE-8F03-4F56-B115-7251ED639603}" srcOrd="2" destOrd="0" presId="urn:microsoft.com/office/officeart/2018/5/layout/IconLeafLabelList"/>
    <dgm:cxn modelId="{5B8AC6F5-C7EF-4A82-A831-E8A2A7C2C22C}" type="presParOf" srcId="{DFBE61F0-FF90-4F6A-8AAE-2D40649E1964}" destId="{7B655DCF-69BA-427C-AA1F-14C0978E13E9}" srcOrd="3" destOrd="0" presId="urn:microsoft.com/office/officeart/2018/5/layout/IconLeafLabelList"/>
    <dgm:cxn modelId="{5A18ED32-39E8-4D25-8103-07AF3CE27066}" type="presParOf" srcId="{924B8528-4514-4BC8-B148-A730EF69CC90}" destId="{92BDD2DD-7F29-45C4-97EA-D796F7B361F5}" srcOrd="1" destOrd="0" presId="urn:microsoft.com/office/officeart/2018/5/layout/IconLeafLabelList"/>
    <dgm:cxn modelId="{D43165B6-6E9F-4248-835F-CC025E8EDDC8}" type="presParOf" srcId="{924B8528-4514-4BC8-B148-A730EF69CC90}" destId="{B502444B-8699-4935-94DC-C55658CC9E3E}" srcOrd="2" destOrd="0" presId="urn:microsoft.com/office/officeart/2018/5/layout/IconLeafLabelList"/>
    <dgm:cxn modelId="{FC5C6A85-D91F-46C3-960F-89C34D125F1C}" type="presParOf" srcId="{B502444B-8699-4935-94DC-C55658CC9E3E}" destId="{56BD0E77-B4EB-4BA8-BEE3-EB287271669B}" srcOrd="0" destOrd="0" presId="urn:microsoft.com/office/officeart/2018/5/layout/IconLeafLabelList"/>
    <dgm:cxn modelId="{24D1A977-F765-4F49-B9B1-F23369DDDB62}" type="presParOf" srcId="{B502444B-8699-4935-94DC-C55658CC9E3E}" destId="{6D9FB0E1-B053-45B0-8590-49EEDFF31E6D}" srcOrd="1" destOrd="0" presId="urn:microsoft.com/office/officeart/2018/5/layout/IconLeafLabelList"/>
    <dgm:cxn modelId="{F8150F8A-33E5-4CF4-A746-8C23A0999C81}" type="presParOf" srcId="{B502444B-8699-4935-94DC-C55658CC9E3E}" destId="{E84DB33B-7AC6-4314-BB57-D13FE4F373A7}" srcOrd="2" destOrd="0" presId="urn:microsoft.com/office/officeart/2018/5/layout/IconLeafLabelList"/>
    <dgm:cxn modelId="{EA5F9EF9-207B-41FB-AE48-E9E65BAED17E}" type="presParOf" srcId="{B502444B-8699-4935-94DC-C55658CC9E3E}" destId="{A55F14D6-DBB6-4108-9C30-A00D2E055B51}" srcOrd="3" destOrd="0" presId="urn:microsoft.com/office/officeart/2018/5/layout/IconLeafLabelList"/>
    <dgm:cxn modelId="{C9B47157-DE8A-4681-91FE-BCA4DF0ECE19}" type="presParOf" srcId="{924B8528-4514-4BC8-B148-A730EF69CC90}" destId="{BE3A8AFF-745B-454A-9A69-53E173639562}" srcOrd="3" destOrd="0" presId="urn:microsoft.com/office/officeart/2018/5/layout/IconLeafLabelList"/>
    <dgm:cxn modelId="{DE50DD3A-406D-4340-A767-B80EA17A7268}" type="presParOf" srcId="{924B8528-4514-4BC8-B148-A730EF69CC90}" destId="{B762DAF6-E2D2-456A-A501-B72BD9397890}" srcOrd="4" destOrd="0" presId="urn:microsoft.com/office/officeart/2018/5/layout/IconLeafLabelList"/>
    <dgm:cxn modelId="{BA9691B7-EAFF-4909-8E9E-B393015F0FE0}" type="presParOf" srcId="{B762DAF6-E2D2-456A-A501-B72BD9397890}" destId="{8B6138E1-859A-402C-8532-4A19B5284FA7}" srcOrd="0" destOrd="0" presId="urn:microsoft.com/office/officeart/2018/5/layout/IconLeafLabelList"/>
    <dgm:cxn modelId="{8D6AE84C-95A4-4FA7-8F3C-6C2A90A9335B}" type="presParOf" srcId="{B762DAF6-E2D2-456A-A501-B72BD9397890}" destId="{5D8A78C6-2B18-47AD-9992-B8E7DDA89DA9}" srcOrd="1" destOrd="0" presId="urn:microsoft.com/office/officeart/2018/5/layout/IconLeafLabelList"/>
    <dgm:cxn modelId="{46193FA2-87F6-4B2F-A478-8BC7DCE188EA}" type="presParOf" srcId="{B762DAF6-E2D2-456A-A501-B72BD9397890}" destId="{AFDCF99A-8040-4632-A688-83C6D477B772}" srcOrd="2" destOrd="0" presId="urn:microsoft.com/office/officeart/2018/5/layout/IconLeafLabelList"/>
    <dgm:cxn modelId="{A7ECD537-E5D6-4D10-92E2-D7FF118E5162}" type="presParOf" srcId="{B762DAF6-E2D2-456A-A501-B72BD9397890}" destId="{710E3918-992F-4D6E-9408-85BED7D1F81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03A518-79E1-45F9-BE22-0CEFA1D2D0F0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52D824B-B600-4C3F-817A-6AEC031F6C6E}">
      <dgm:prSet/>
      <dgm:spPr/>
      <dgm:t>
        <a:bodyPr/>
        <a:lstStyle/>
        <a:p>
          <a:r>
            <a:rPr lang="en-GB" b="1"/>
            <a:t>Extract stock data </a:t>
          </a:r>
          <a:endParaRPr lang="en-US"/>
        </a:p>
      </dgm:t>
    </dgm:pt>
    <dgm:pt modelId="{EEB858CB-CEE4-4CA6-BA94-C4249B5B64A4}" type="parTrans" cxnId="{9E35E7D5-941E-42C2-8F80-66E4EE2BBC48}">
      <dgm:prSet/>
      <dgm:spPr/>
      <dgm:t>
        <a:bodyPr/>
        <a:lstStyle/>
        <a:p>
          <a:endParaRPr lang="en-US"/>
        </a:p>
      </dgm:t>
    </dgm:pt>
    <dgm:pt modelId="{FC54BBD6-F23A-43F9-B7A6-8673E60953F2}" type="sibTrans" cxnId="{9E35E7D5-941E-42C2-8F80-66E4EE2BBC4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4CCD2DA-F2D3-4EA5-83FE-476CEA7A8020}">
      <dgm:prSet/>
      <dgm:spPr/>
      <dgm:t>
        <a:bodyPr/>
        <a:lstStyle/>
        <a:p>
          <a:r>
            <a:rPr lang="en-GB" b="1"/>
            <a:t>Transform and clean data </a:t>
          </a:r>
          <a:endParaRPr lang="en-US"/>
        </a:p>
      </dgm:t>
    </dgm:pt>
    <dgm:pt modelId="{4335FCD3-38C4-4C48-8623-91B96FD74FC1}" type="parTrans" cxnId="{80D439B0-21C3-4D8F-B4AA-CEB251C41699}">
      <dgm:prSet/>
      <dgm:spPr/>
      <dgm:t>
        <a:bodyPr/>
        <a:lstStyle/>
        <a:p>
          <a:endParaRPr lang="en-US"/>
        </a:p>
      </dgm:t>
    </dgm:pt>
    <dgm:pt modelId="{E4606371-21AB-4BBB-93BC-B00369A10495}" type="sibTrans" cxnId="{80D439B0-21C3-4D8F-B4AA-CEB251C4169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2E9D993-3730-4EF8-AC8B-B9F5BE8C26E8}">
      <dgm:prSet/>
      <dgm:spPr/>
      <dgm:t>
        <a:bodyPr/>
        <a:lstStyle/>
        <a:p>
          <a:r>
            <a:rPr lang="en-GB" b="1"/>
            <a:t>Automate workflow using Airflow </a:t>
          </a:r>
          <a:endParaRPr lang="en-US"/>
        </a:p>
      </dgm:t>
    </dgm:pt>
    <dgm:pt modelId="{9F38BEF1-2BF8-47F1-9140-CF4B4D6240D5}" type="parTrans" cxnId="{20916208-0C1C-47F1-B147-B1DECAF76869}">
      <dgm:prSet/>
      <dgm:spPr/>
      <dgm:t>
        <a:bodyPr/>
        <a:lstStyle/>
        <a:p>
          <a:endParaRPr lang="en-US"/>
        </a:p>
      </dgm:t>
    </dgm:pt>
    <dgm:pt modelId="{EA257467-14AA-4399-954F-3C5F34C936CD}" type="sibTrans" cxnId="{20916208-0C1C-47F1-B147-B1DECAF7686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5E1BAC1-CCF3-40CB-977E-30C12FAAC467}">
      <dgm:prSet/>
      <dgm:spPr/>
      <dgm:t>
        <a:bodyPr/>
        <a:lstStyle/>
        <a:p>
          <a:r>
            <a:rPr lang="en-GB" b="1"/>
            <a:t>Prepare data for analytics/storage </a:t>
          </a:r>
          <a:endParaRPr lang="en-US"/>
        </a:p>
      </dgm:t>
    </dgm:pt>
    <dgm:pt modelId="{A4C0C006-9578-407B-8951-7DBABFA50BAD}" type="parTrans" cxnId="{07A0E647-9B98-4006-8693-18F4C3411391}">
      <dgm:prSet/>
      <dgm:spPr/>
      <dgm:t>
        <a:bodyPr/>
        <a:lstStyle/>
        <a:p>
          <a:endParaRPr lang="en-US"/>
        </a:p>
      </dgm:t>
    </dgm:pt>
    <dgm:pt modelId="{11DF77AD-1600-44B1-8AE3-238E1C60449A}" type="sibTrans" cxnId="{07A0E647-9B98-4006-8693-18F4C341139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3D4599B0-6F80-4179-84A5-9DA26E427CFC}" type="pres">
      <dgm:prSet presAssocID="{2E03A518-79E1-45F9-BE22-0CEFA1D2D0F0}" presName="Name0" presStyleCnt="0">
        <dgm:presLayoutVars>
          <dgm:animLvl val="lvl"/>
          <dgm:resizeHandles val="exact"/>
        </dgm:presLayoutVars>
      </dgm:prSet>
      <dgm:spPr/>
    </dgm:pt>
    <dgm:pt modelId="{8D662A17-5087-4D87-B564-3249AB083DD2}" type="pres">
      <dgm:prSet presAssocID="{D52D824B-B600-4C3F-817A-6AEC031F6C6E}" presName="compositeNode" presStyleCnt="0">
        <dgm:presLayoutVars>
          <dgm:bulletEnabled val="1"/>
        </dgm:presLayoutVars>
      </dgm:prSet>
      <dgm:spPr/>
    </dgm:pt>
    <dgm:pt modelId="{B26AAF79-9E7B-47D3-AD19-A715AE207A17}" type="pres">
      <dgm:prSet presAssocID="{D52D824B-B600-4C3F-817A-6AEC031F6C6E}" presName="bgRect" presStyleLbl="bgAccFollowNode1" presStyleIdx="0" presStyleCnt="4"/>
      <dgm:spPr/>
    </dgm:pt>
    <dgm:pt modelId="{52F69FC7-7623-4857-843E-D1167F1A6FA8}" type="pres">
      <dgm:prSet presAssocID="{FC54BBD6-F23A-43F9-B7A6-8673E60953F2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D2001AEC-40AF-4C00-AE50-DD81C6ABF2F0}" type="pres">
      <dgm:prSet presAssocID="{D52D824B-B600-4C3F-817A-6AEC031F6C6E}" presName="bottomLine" presStyleLbl="alignNode1" presStyleIdx="1" presStyleCnt="8">
        <dgm:presLayoutVars/>
      </dgm:prSet>
      <dgm:spPr/>
    </dgm:pt>
    <dgm:pt modelId="{CCAD400C-9978-45CE-9F3E-EFC9E8883284}" type="pres">
      <dgm:prSet presAssocID="{D52D824B-B600-4C3F-817A-6AEC031F6C6E}" presName="nodeText" presStyleLbl="bgAccFollowNode1" presStyleIdx="0" presStyleCnt="4">
        <dgm:presLayoutVars>
          <dgm:bulletEnabled val="1"/>
        </dgm:presLayoutVars>
      </dgm:prSet>
      <dgm:spPr/>
    </dgm:pt>
    <dgm:pt modelId="{5415BC94-2A08-420D-997F-18AEF13FBE3E}" type="pres">
      <dgm:prSet presAssocID="{FC54BBD6-F23A-43F9-B7A6-8673E60953F2}" presName="sibTrans" presStyleCnt="0"/>
      <dgm:spPr/>
    </dgm:pt>
    <dgm:pt modelId="{7418C760-3B59-41C1-BA1D-D590B60C6C09}" type="pres">
      <dgm:prSet presAssocID="{54CCD2DA-F2D3-4EA5-83FE-476CEA7A8020}" presName="compositeNode" presStyleCnt="0">
        <dgm:presLayoutVars>
          <dgm:bulletEnabled val="1"/>
        </dgm:presLayoutVars>
      </dgm:prSet>
      <dgm:spPr/>
    </dgm:pt>
    <dgm:pt modelId="{5279BB27-1BA0-43F5-BB84-2EDF1CC7C92F}" type="pres">
      <dgm:prSet presAssocID="{54CCD2DA-F2D3-4EA5-83FE-476CEA7A8020}" presName="bgRect" presStyleLbl="bgAccFollowNode1" presStyleIdx="1" presStyleCnt="4"/>
      <dgm:spPr/>
    </dgm:pt>
    <dgm:pt modelId="{D8EB1B2B-4F6B-4A83-BEA5-39D545642525}" type="pres">
      <dgm:prSet presAssocID="{E4606371-21AB-4BBB-93BC-B00369A10495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CEE50063-D7C1-4863-8BA6-598E13FDA200}" type="pres">
      <dgm:prSet presAssocID="{54CCD2DA-F2D3-4EA5-83FE-476CEA7A8020}" presName="bottomLine" presStyleLbl="alignNode1" presStyleIdx="3" presStyleCnt="8">
        <dgm:presLayoutVars/>
      </dgm:prSet>
      <dgm:spPr/>
    </dgm:pt>
    <dgm:pt modelId="{4DD30780-C095-4BCD-91B9-5D813F246223}" type="pres">
      <dgm:prSet presAssocID="{54CCD2DA-F2D3-4EA5-83FE-476CEA7A8020}" presName="nodeText" presStyleLbl="bgAccFollowNode1" presStyleIdx="1" presStyleCnt="4">
        <dgm:presLayoutVars>
          <dgm:bulletEnabled val="1"/>
        </dgm:presLayoutVars>
      </dgm:prSet>
      <dgm:spPr/>
    </dgm:pt>
    <dgm:pt modelId="{36CD0C77-C256-4475-BFD8-084EA82B7433}" type="pres">
      <dgm:prSet presAssocID="{E4606371-21AB-4BBB-93BC-B00369A10495}" presName="sibTrans" presStyleCnt="0"/>
      <dgm:spPr/>
    </dgm:pt>
    <dgm:pt modelId="{1A639BCE-B12C-423A-9566-225663AA1E73}" type="pres">
      <dgm:prSet presAssocID="{32E9D993-3730-4EF8-AC8B-B9F5BE8C26E8}" presName="compositeNode" presStyleCnt="0">
        <dgm:presLayoutVars>
          <dgm:bulletEnabled val="1"/>
        </dgm:presLayoutVars>
      </dgm:prSet>
      <dgm:spPr/>
    </dgm:pt>
    <dgm:pt modelId="{D93FA415-2ECB-4BE6-A048-81E79FD3B1EE}" type="pres">
      <dgm:prSet presAssocID="{32E9D993-3730-4EF8-AC8B-B9F5BE8C26E8}" presName="bgRect" presStyleLbl="bgAccFollowNode1" presStyleIdx="2" presStyleCnt="4"/>
      <dgm:spPr/>
    </dgm:pt>
    <dgm:pt modelId="{BEF6270C-0097-4112-859C-2F7A7B605013}" type="pres">
      <dgm:prSet presAssocID="{EA257467-14AA-4399-954F-3C5F34C936CD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787F3346-20D9-4C51-B6AA-95B8723BB3DB}" type="pres">
      <dgm:prSet presAssocID="{32E9D993-3730-4EF8-AC8B-B9F5BE8C26E8}" presName="bottomLine" presStyleLbl="alignNode1" presStyleIdx="5" presStyleCnt="8">
        <dgm:presLayoutVars/>
      </dgm:prSet>
      <dgm:spPr/>
    </dgm:pt>
    <dgm:pt modelId="{B42B9991-5339-4E24-8F45-DE4082200179}" type="pres">
      <dgm:prSet presAssocID="{32E9D993-3730-4EF8-AC8B-B9F5BE8C26E8}" presName="nodeText" presStyleLbl="bgAccFollowNode1" presStyleIdx="2" presStyleCnt="4">
        <dgm:presLayoutVars>
          <dgm:bulletEnabled val="1"/>
        </dgm:presLayoutVars>
      </dgm:prSet>
      <dgm:spPr/>
    </dgm:pt>
    <dgm:pt modelId="{2CFD3697-BC5B-4621-9512-4953FED2E663}" type="pres">
      <dgm:prSet presAssocID="{EA257467-14AA-4399-954F-3C5F34C936CD}" presName="sibTrans" presStyleCnt="0"/>
      <dgm:spPr/>
    </dgm:pt>
    <dgm:pt modelId="{E576D538-7D43-4DB5-BD90-7C8627CC9008}" type="pres">
      <dgm:prSet presAssocID="{35E1BAC1-CCF3-40CB-977E-30C12FAAC467}" presName="compositeNode" presStyleCnt="0">
        <dgm:presLayoutVars>
          <dgm:bulletEnabled val="1"/>
        </dgm:presLayoutVars>
      </dgm:prSet>
      <dgm:spPr/>
    </dgm:pt>
    <dgm:pt modelId="{D035D71C-4D9D-4D7C-9E89-EA193336AAB4}" type="pres">
      <dgm:prSet presAssocID="{35E1BAC1-CCF3-40CB-977E-30C12FAAC467}" presName="bgRect" presStyleLbl="bgAccFollowNode1" presStyleIdx="3" presStyleCnt="4"/>
      <dgm:spPr/>
    </dgm:pt>
    <dgm:pt modelId="{25B60ECD-6276-45C5-B3FE-11332FA7858A}" type="pres">
      <dgm:prSet presAssocID="{11DF77AD-1600-44B1-8AE3-238E1C60449A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E9531D20-F70A-4D02-94A7-5832FA8C9FA7}" type="pres">
      <dgm:prSet presAssocID="{35E1BAC1-CCF3-40CB-977E-30C12FAAC467}" presName="bottomLine" presStyleLbl="alignNode1" presStyleIdx="7" presStyleCnt="8">
        <dgm:presLayoutVars/>
      </dgm:prSet>
      <dgm:spPr/>
    </dgm:pt>
    <dgm:pt modelId="{277D04E4-EBCB-4F6F-83BD-8F05FE1D23C8}" type="pres">
      <dgm:prSet presAssocID="{35E1BAC1-CCF3-40CB-977E-30C12FAAC467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D9D59600-A307-40C9-9842-A4448ED29D36}" type="presOf" srcId="{35E1BAC1-CCF3-40CB-977E-30C12FAAC467}" destId="{277D04E4-EBCB-4F6F-83BD-8F05FE1D23C8}" srcOrd="1" destOrd="0" presId="urn:microsoft.com/office/officeart/2016/7/layout/BasicLinearProcessNumbered"/>
    <dgm:cxn modelId="{20916208-0C1C-47F1-B147-B1DECAF76869}" srcId="{2E03A518-79E1-45F9-BE22-0CEFA1D2D0F0}" destId="{32E9D993-3730-4EF8-AC8B-B9F5BE8C26E8}" srcOrd="2" destOrd="0" parTransId="{9F38BEF1-2BF8-47F1-9140-CF4B4D6240D5}" sibTransId="{EA257467-14AA-4399-954F-3C5F34C936CD}"/>
    <dgm:cxn modelId="{1025AF0E-3760-4632-9978-1DC8EED61DC9}" type="presOf" srcId="{35E1BAC1-CCF3-40CB-977E-30C12FAAC467}" destId="{D035D71C-4D9D-4D7C-9E89-EA193336AAB4}" srcOrd="0" destOrd="0" presId="urn:microsoft.com/office/officeart/2016/7/layout/BasicLinearProcessNumbered"/>
    <dgm:cxn modelId="{C3B87621-9B92-4836-A09B-0AB4A5C0A5AF}" type="presOf" srcId="{11DF77AD-1600-44B1-8AE3-238E1C60449A}" destId="{25B60ECD-6276-45C5-B3FE-11332FA7858A}" srcOrd="0" destOrd="0" presId="urn:microsoft.com/office/officeart/2016/7/layout/BasicLinearProcessNumbered"/>
    <dgm:cxn modelId="{D052CC29-B25E-4265-8B91-457EE8B15DBD}" type="presOf" srcId="{32E9D993-3730-4EF8-AC8B-B9F5BE8C26E8}" destId="{B42B9991-5339-4E24-8F45-DE4082200179}" srcOrd="1" destOrd="0" presId="urn:microsoft.com/office/officeart/2016/7/layout/BasicLinearProcessNumbered"/>
    <dgm:cxn modelId="{1F2F553B-E528-4376-A34D-A33C8B9A1719}" type="presOf" srcId="{FC54BBD6-F23A-43F9-B7A6-8673E60953F2}" destId="{52F69FC7-7623-4857-843E-D1167F1A6FA8}" srcOrd="0" destOrd="0" presId="urn:microsoft.com/office/officeart/2016/7/layout/BasicLinearProcessNumbered"/>
    <dgm:cxn modelId="{B77EA244-84CB-4C12-BA17-353EF6AB7438}" type="presOf" srcId="{2E03A518-79E1-45F9-BE22-0CEFA1D2D0F0}" destId="{3D4599B0-6F80-4179-84A5-9DA26E427CFC}" srcOrd="0" destOrd="0" presId="urn:microsoft.com/office/officeart/2016/7/layout/BasicLinearProcessNumbered"/>
    <dgm:cxn modelId="{60239B65-DCA4-40B6-9AD4-16ACD0B241FE}" type="presOf" srcId="{54CCD2DA-F2D3-4EA5-83FE-476CEA7A8020}" destId="{5279BB27-1BA0-43F5-BB84-2EDF1CC7C92F}" srcOrd="0" destOrd="0" presId="urn:microsoft.com/office/officeart/2016/7/layout/BasicLinearProcessNumbered"/>
    <dgm:cxn modelId="{4EDD0946-0589-47EB-B1B4-415F30947D8C}" type="presOf" srcId="{D52D824B-B600-4C3F-817A-6AEC031F6C6E}" destId="{B26AAF79-9E7B-47D3-AD19-A715AE207A17}" srcOrd="0" destOrd="0" presId="urn:microsoft.com/office/officeart/2016/7/layout/BasicLinearProcessNumbered"/>
    <dgm:cxn modelId="{07A0E647-9B98-4006-8693-18F4C3411391}" srcId="{2E03A518-79E1-45F9-BE22-0CEFA1D2D0F0}" destId="{35E1BAC1-CCF3-40CB-977E-30C12FAAC467}" srcOrd="3" destOrd="0" parTransId="{A4C0C006-9578-407B-8951-7DBABFA50BAD}" sibTransId="{11DF77AD-1600-44B1-8AE3-238E1C60449A}"/>
    <dgm:cxn modelId="{2C85B56A-CB21-45FA-A8BC-7026BEDFDBB6}" type="presOf" srcId="{EA257467-14AA-4399-954F-3C5F34C936CD}" destId="{BEF6270C-0097-4112-859C-2F7A7B605013}" srcOrd="0" destOrd="0" presId="urn:microsoft.com/office/officeart/2016/7/layout/BasicLinearProcessNumbered"/>
    <dgm:cxn modelId="{5813FC75-80F8-4FB7-8318-A64C23437F5D}" type="presOf" srcId="{32E9D993-3730-4EF8-AC8B-B9F5BE8C26E8}" destId="{D93FA415-2ECB-4BE6-A048-81E79FD3B1EE}" srcOrd="0" destOrd="0" presId="urn:microsoft.com/office/officeart/2016/7/layout/BasicLinearProcessNumbered"/>
    <dgm:cxn modelId="{80358C7F-32F8-41FA-96FB-769397B94FDC}" type="presOf" srcId="{D52D824B-B600-4C3F-817A-6AEC031F6C6E}" destId="{CCAD400C-9978-45CE-9F3E-EFC9E8883284}" srcOrd="1" destOrd="0" presId="urn:microsoft.com/office/officeart/2016/7/layout/BasicLinearProcessNumbered"/>
    <dgm:cxn modelId="{80D439B0-21C3-4D8F-B4AA-CEB251C41699}" srcId="{2E03A518-79E1-45F9-BE22-0CEFA1D2D0F0}" destId="{54CCD2DA-F2D3-4EA5-83FE-476CEA7A8020}" srcOrd="1" destOrd="0" parTransId="{4335FCD3-38C4-4C48-8623-91B96FD74FC1}" sibTransId="{E4606371-21AB-4BBB-93BC-B00369A10495}"/>
    <dgm:cxn modelId="{CD958EC0-C28F-44E7-8D4E-EED92CABAFF6}" type="presOf" srcId="{54CCD2DA-F2D3-4EA5-83FE-476CEA7A8020}" destId="{4DD30780-C095-4BCD-91B9-5D813F246223}" srcOrd="1" destOrd="0" presId="urn:microsoft.com/office/officeart/2016/7/layout/BasicLinearProcessNumbered"/>
    <dgm:cxn modelId="{F1CB17D1-1303-4B6F-AD30-87F86BBC8C58}" type="presOf" srcId="{E4606371-21AB-4BBB-93BC-B00369A10495}" destId="{D8EB1B2B-4F6B-4A83-BEA5-39D545642525}" srcOrd="0" destOrd="0" presId="urn:microsoft.com/office/officeart/2016/7/layout/BasicLinearProcessNumbered"/>
    <dgm:cxn modelId="{9E35E7D5-941E-42C2-8F80-66E4EE2BBC48}" srcId="{2E03A518-79E1-45F9-BE22-0CEFA1D2D0F0}" destId="{D52D824B-B600-4C3F-817A-6AEC031F6C6E}" srcOrd="0" destOrd="0" parTransId="{EEB858CB-CEE4-4CA6-BA94-C4249B5B64A4}" sibTransId="{FC54BBD6-F23A-43F9-B7A6-8673E60953F2}"/>
    <dgm:cxn modelId="{E03B5AB6-A289-4597-B7BA-8EB700E0FD50}" type="presParOf" srcId="{3D4599B0-6F80-4179-84A5-9DA26E427CFC}" destId="{8D662A17-5087-4D87-B564-3249AB083DD2}" srcOrd="0" destOrd="0" presId="urn:microsoft.com/office/officeart/2016/7/layout/BasicLinearProcessNumbered"/>
    <dgm:cxn modelId="{53D995D8-086F-48AF-9475-E2CE2A8A78EE}" type="presParOf" srcId="{8D662A17-5087-4D87-B564-3249AB083DD2}" destId="{B26AAF79-9E7B-47D3-AD19-A715AE207A17}" srcOrd="0" destOrd="0" presId="urn:microsoft.com/office/officeart/2016/7/layout/BasicLinearProcessNumbered"/>
    <dgm:cxn modelId="{7F24FFF5-8694-4E7C-8F9F-9A4F42F231F5}" type="presParOf" srcId="{8D662A17-5087-4D87-B564-3249AB083DD2}" destId="{52F69FC7-7623-4857-843E-D1167F1A6FA8}" srcOrd="1" destOrd="0" presId="urn:microsoft.com/office/officeart/2016/7/layout/BasicLinearProcessNumbered"/>
    <dgm:cxn modelId="{1AC333F3-7C48-4561-B6CA-126B1FD753DA}" type="presParOf" srcId="{8D662A17-5087-4D87-B564-3249AB083DD2}" destId="{D2001AEC-40AF-4C00-AE50-DD81C6ABF2F0}" srcOrd="2" destOrd="0" presId="urn:microsoft.com/office/officeart/2016/7/layout/BasicLinearProcessNumbered"/>
    <dgm:cxn modelId="{3AEB101F-BD9B-48E5-B822-230D51383D22}" type="presParOf" srcId="{8D662A17-5087-4D87-B564-3249AB083DD2}" destId="{CCAD400C-9978-45CE-9F3E-EFC9E8883284}" srcOrd="3" destOrd="0" presId="urn:microsoft.com/office/officeart/2016/7/layout/BasicLinearProcessNumbered"/>
    <dgm:cxn modelId="{5E05748A-9757-4E4A-B72E-6F52C3641616}" type="presParOf" srcId="{3D4599B0-6F80-4179-84A5-9DA26E427CFC}" destId="{5415BC94-2A08-420D-997F-18AEF13FBE3E}" srcOrd="1" destOrd="0" presId="urn:microsoft.com/office/officeart/2016/7/layout/BasicLinearProcessNumbered"/>
    <dgm:cxn modelId="{7B67E31C-2819-44E5-9D69-67E00640EF85}" type="presParOf" srcId="{3D4599B0-6F80-4179-84A5-9DA26E427CFC}" destId="{7418C760-3B59-41C1-BA1D-D590B60C6C09}" srcOrd="2" destOrd="0" presId="urn:microsoft.com/office/officeart/2016/7/layout/BasicLinearProcessNumbered"/>
    <dgm:cxn modelId="{F7D84516-FDC1-437F-BB97-888C3264C518}" type="presParOf" srcId="{7418C760-3B59-41C1-BA1D-D590B60C6C09}" destId="{5279BB27-1BA0-43F5-BB84-2EDF1CC7C92F}" srcOrd="0" destOrd="0" presId="urn:microsoft.com/office/officeart/2016/7/layout/BasicLinearProcessNumbered"/>
    <dgm:cxn modelId="{1CA501F5-3D41-416A-B2D8-284582F016FC}" type="presParOf" srcId="{7418C760-3B59-41C1-BA1D-D590B60C6C09}" destId="{D8EB1B2B-4F6B-4A83-BEA5-39D545642525}" srcOrd="1" destOrd="0" presId="urn:microsoft.com/office/officeart/2016/7/layout/BasicLinearProcessNumbered"/>
    <dgm:cxn modelId="{A834854F-89B2-43BB-B463-D070E93EED84}" type="presParOf" srcId="{7418C760-3B59-41C1-BA1D-D590B60C6C09}" destId="{CEE50063-D7C1-4863-8BA6-598E13FDA200}" srcOrd="2" destOrd="0" presId="urn:microsoft.com/office/officeart/2016/7/layout/BasicLinearProcessNumbered"/>
    <dgm:cxn modelId="{33F91C68-8C31-4813-B68B-199BC3AD0481}" type="presParOf" srcId="{7418C760-3B59-41C1-BA1D-D590B60C6C09}" destId="{4DD30780-C095-4BCD-91B9-5D813F246223}" srcOrd="3" destOrd="0" presId="urn:microsoft.com/office/officeart/2016/7/layout/BasicLinearProcessNumbered"/>
    <dgm:cxn modelId="{57051CDA-8A8E-462E-902E-A2F087DE1BC5}" type="presParOf" srcId="{3D4599B0-6F80-4179-84A5-9DA26E427CFC}" destId="{36CD0C77-C256-4475-BFD8-084EA82B7433}" srcOrd="3" destOrd="0" presId="urn:microsoft.com/office/officeart/2016/7/layout/BasicLinearProcessNumbered"/>
    <dgm:cxn modelId="{EB366AC3-1053-420A-BDC3-0B0D96AB32C7}" type="presParOf" srcId="{3D4599B0-6F80-4179-84A5-9DA26E427CFC}" destId="{1A639BCE-B12C-423A-9566-225663AA1E73}" srcOrd="4" destOrd="0" presId="urn:microsoft.com/office/officeart/2016/7/layout/BasicLinearProcessNumbered"/>
    <dgm:cxn modelId="{620E713F-ECBA-49BB-B5A2-89DF941AF989}" type="presParOf" srcId="{1A639BCE-B12C-423A-9566-225663AA1E73}" destId="{D93FA415-2ECB-4BE6-A048-81E79FD3B1EE}" srcOrd="0" destOrd="0" presId="urn:microsoft.com/office/officeart/2016/7/layout/BasicLinearProcessNumbered"/>
    <dgm:cxn modelId="{371DAF6D-E731-4B4E-BB36-3F4703380510}" type="presParOf" srcId="{1A639BCE-B12C-423A-9566-225663AA1E73}" destId="{BEF6270C-0097-4112-859C-2F7A7B605013}" srcOrd="1" destOrd="0" presId="urn:microsoft.com/office/officeart/2016/7/layout/BasicLinearProcessNumbered"/>
    <dgm:cxn modelId="{5C743123-5170-4631-A4CE-8E8C96593860}" type="presParOf" srcId="{1A639BCE-B12C-423A-9566-225663AA1E73}" destId="{787F3346-20D9-4C51-B6AA-95B8723BB3DB}" srcOrd="2" destOrd="0" presId="urn:microsoft.com/office/officeart/2016/7/layout/BasicLinearProcessNumbered"/>
    <dgm:cxn modelId="{E058A30A-9CB9-4921-8993-B10AA4F0165F}" type="presParOf" srcId="{1A639BCE-B12C-423A-9566-225663AA1E73}" destId="{B42B9991-5339-4E24-8F45-DE4082200179}" srcOrd="3" destOrd="0" presId="urn:microsoft.com/office/officeart/2016/7/layout/BasicLinearProcessNumbered"/>
    <dgm:cxn modelId="{3F090B03-F0BB-4F3B-9D2F-D676A92CA3D4}" type="presParOf" srcId="{3D4599B0-6F80-4179-84A5-9DA26E427CFC}" destId="{2CFD3697-BC5B-4621-9512-4953FED2E663}" srcOrd="5" destOrd="0" presId="urn:microsoft.com/office/officeart/2016/7/layout/BasicLinearProcessNumbered"/>
    <dgm:cxn modelId="{E99C3B51-0BB8-4E60-85E1-C6B51A0EFC34}" type="presParOf" srcId="{3D4599B0-6F80-4179-84A5-9DA26E427CFC}" destId="{E576D538-7D43-4DB5-BD90-7C8627CC9008}" srcOrd="6" destOrd="0" presId="urn:microsoft.com/office/officeart/2016/7/layout/BasicLinearProcessNumbered"/>
    <dgm:cxn modelId="{5550A129-9743-4915-A5E8-7CF51757F44A}" type="presParOf" srcId="{E576D538-7D43-4DB5-BD90-7C8627CC9008}" destId="{D035D71C-4D9D-4D7C-9E89-EA193336AAB4}" srcOrd="0" destOrd="0" presId="urn:microsoft.com/office/officeart/2016/7/layout/BasicLinearProcessNumbered"/>
    <dgm:cxn modelId="{78824330-F500-4C30-9651-89B92D3FE84F}" type="presParOf" srcId="{E576D538-7D43-4DB5-BD90-7C8627CC9008}" destId="{25B60ECD-6276-45C5-B3FE-11332FA7858A}" srcOrd="1" destOrd="0" presId="urn:microsoft.com/office/officeart/2016/7/layout/BasicLinearProcessNumbered"/>
    <dgm:cxn modelId="{BBAAFEA0-BFAD-488A-BCA2-A671A3183EC0}" type="presParOf" srcId="{E576D538-7D43-4DB5-BD90-7C8627CC9008}" destId="{E9531D20-F70A-4D02-94A7-5832FA8C9FA7}" srcOrd="2" destOrd="0" presId="urn:microsoft.com/office/officeart/2016/7/layout/BasicLinearProcessNumbered"/>
    <dgm:cxn modelId="{66836EDC-685B-497D-92BB-3AFD00D8F0C0}" type="presParOf" srcId="{E576D538-7D43-4DB5-BD90-7C8627CC9008}" destId="{277D04E4-EBCB-4F6F-83BD-8F05FE1D23C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DB177D-247F-47BB-A48D-961CD7DD353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E838BE3-A916-4E8B-8384-83B1770151EA}">
      <dgm:prSet/>
      <dgm:spPr/>
      <dgm:t>
        <a:bodyPr/>
        <a:lstStyle/>
        <a:p>
          <a:r>
            <a:rPr lang="en-GB" b="1"/>
            <a:t>Environment setup (WSL, Airflow) </a:t>
          </a:r>
          <a:endParaRPr lang="en-US"/>
        </a:p>
      </dgm:t>
    </dgm:pt>
    <dgm:pt modelId="{4C28042A-9F29-4248-9000-F8A039720DD1}" type="parTrans" cxnId="{F9E01E4E-54B7-4B32-8356-AE1BC7363D90}">
      <dgm:prSet/>
      <dgm:spPr/>
      <dgm:t>
        <a:bodyPr/>
        <a:lstStyle/>
        <a:p>
          <a:endParaRPr lang="en-US"/>
        </a:p>
      </dgm:t>
    </dgm:pt>
    <dgm:pt modelId="{2A2F323C-F776-468D-8DD2-9C69615D878E}" type="sibTrans" cxnId="{F9E01E4E-54B7-4B32-8356-AE1BC7363D90}">
      <dgm:prSet/>
      <dgm:spPr/>
      <dgm:t>
        <a:bodyPr/>
        <a:lstStyle/>
        <a:p>
          <a:endParaRPr lang="en-US"/>
        </a:p>
      </dgm:t>
    </dgm:pt>
    <dgm:pt modelId="{47BADCD7-FFAF-4FA5-B73F-4E9356F99212}">
      <dgm:prSet/>
      <dgm:spPr/>
      <dgm:t>
        <a:bodyPr/>
        <a:lstStyle/>
        <a:p>
          <a:r>
            <a:rPr lang="en-GB" b="1"/>
            <a:t>Dependency issues </a:t>
          </a:r>
          <a:endParaRPr lang="en-US"/>
        </a:p>
      </dgm:t>
    </dgm:pt>
    <dgm:pt modelId="{0E354BFA-9F94-4318-9C3A-92AD02D0BA4A}" type="parTrans" cxnId="{078595BE-B320-4DB9-BD09-6524843C7997}">
      <dgm:prSet/>
      <dgm:spPr/>
      <dgm:t>
        <a:bodyPr/>
        <a:lstStyle/>
        <a:p>
          <a:endParaRPr lang="en-US"/>
        </a:p>
      </dgm:t>
    </dgm:pt>
    <dgm:pt modelId="{260CC5E6-D1F4-40B7-92B2-9CA7C3D03FFB}" type="sibTrans" cxnId="{078595BE-B320-4DB9-BD09-6524843C7997}">
      <dgm:prSet/>
      <dgm:spPr/>
      <dgm:t>
        <a:bodyPr/>
        <a:lstStyle/>
        <a:p>
          <a:endParaRPr lang="en-US"/>
        </a:p>
      </dgm:t>
    </dgm:pt>
    <dgm:pt modelId="{CB561C6F-1E97-49D1-8BA2-CCEBB00400DB}">
      <dgm:prSet/>
      <dgm:spPr/>
      <dgm:t>
        <a:bodyPr/>
        <a:lstStyle/>
        <a:p>
          <a:r>
            <a:rPr lang="en-GB" b="1"/>
            <a:t>File path errors </a:t>
          </a:r>
          <a:endParaRPr lang="en-US"/>
        </a:p>
      </dgm:t>
    </dgm:pt>
    <dgm:pt modelId="{41DBCADB-4AF0-4E32-815D-773A32EB07DD}" type="parTrans" cxnId="{C0BEE9E2-1AC1-4610-86F8-143A7D41472E}">
      <dgm:prSet/>
      <dgm:spPr/>
      <dgm:t>
        <a:bodyPr/>
        <a:lstStyle/>
        <a:p>
          <a:endParaRPr lang="en-US"/>
        </a:p>
      </dgm:t>
    </dgm:pt>
    <dgm:pt modelId="{977732DF-E1C7-4832-8163-9644012CD8F8}" type="sibTrans" cxnId="{C0BEE9E2-1AC1-4610-86F8-143A7D41472E}">
      <dgm:prSet/>
      <dgm:spPr/>
      <dgm:t>
        <a:bodyPr/>
        <a:lstStyle/>
        <a:p>
          <a:endParaRPr lang="en-US"/>
        </a:p>
      </dgm:t>
    </dgm:pt>
    <dgm:pt modelId="{F1843284-41BE-4B25-B936-1150B0AD61E4}">
      <dgm:prSet/>
      <dgm:spPr/>
      <dgm:t>
        <a:bodyPr/>
        <a:lstStyle/>
        <a:p>
          <a:r>
            <a:rPr lang="en-GB" b="1"/>
            <a:t>Debugging DAG errors </a:t>
          </a:r>
          <a:endParaRPr lang="en-US"/>
        </a:p>
      </dgm:t>
    </dgm:pt>
    <dgm:pt modelId="{3AD382DC-E89F-4CE9-B667-3429DA6261E9}" type="parTrans" cxnId="{F145063D-B9E2-4B5B-B56E-A12D67769AD4}">
      <dgm:prSet/>
      <dgm:spPr/>
      <dgm:t>
        <a:bodyPr/>
        <a:lstStyle/>
        <a:p>
          <a:endParaRPr lang="en-US"/>
        </a:p>
      </dgm:t>
    </dgm:pt>
    <dgm:pt modelId="{8A747305-B18A-4E6B-84A7-A63C3FEC2424}" type="sibTrans" cxnId="{F145063D-B9E2-4B5B-B56E-A12D67769AD4}">
      <dgm:prSet/>
      <dgm:spPr/>
      <dgm:t>
        <a:bodyPr/>
        <a:lstStyle/>
        <a:p>
          <a:endParaRPr lang="en-US"/>
        </a:p>
      </dgm:t>
    </dgm:pt>
    <dgm:pt modelId="{380F5AFB-9217-4118-B945-036B425FDD6B}" type="pres">
      <dgm:prSet presAssocID="{13DB177D-247F-47BB-A48D-961CD7DD3530}" presName="matrix" presStyleCnt="0">
        <dgm:presLayoutVars>
          <dgm:chMax val="1"/>
          <dgm:dir/>
          <dgm:resizeHandles val="exact"/>
        </dgm:presLayoutVars>
      </dgm:prSet>
      <dgm:spPr/>
    </dgm:pt>
    <dgm:pt modelId="{31F7FA70-33CB-4B83-B8C6-27D7F9169BB4}" type="pres">
      <dgm:prSet presAssocID="{13DB177D-247F-47BB-A48D-961CD7DD3530}" presName="diamond" presStyleLbl="bgShp" presStyleIdx="0" presStyleCnt="1"/>
      <dgm:spPr/>
    </dgm:pt>
    <dgm:pt modelId="{7026FA2E-D450-402C-902E-386E1F0EB6D1}" type="pres">
      <dgm:prSet presAssocID="{13DB177D-247F-47BB-A48D-961CD7DD353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2ACB889-7D7C-4C14-B62B-ADB58CD367A8}" type="pres">
      <dgm:prSet presAssocID="{13DB177D-247F-47BB-A48D-961CD7DD353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1457E6E-6ACB-4EB8-A77E-215E905DF447}" type="pres">
      <dgm:prSet presAssocID="{13DB177D-247F-47BB-A48D-961CD7DD353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5E3077B-B3EE-4A06-8D62-AB569B3692C9}" type="pres">
      <dgm:prSet presAssocID="{13DB177D-247F-47BB-A48D-961CD7DD353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729C509-53CB-4345-94A8-3E56349109D1}" type="presOf" srcId="{CB561C6F-1E97-49D1-8BA2-CCEBB00400DB}" destId="{11457E6E-6ACB-4EB8-A77E-215E905DF447}" srcOrd="0" destOrd="0" presId="urn:microsoft.com/office/officeart/2005/8/layout/matrix3"/>
    <dgm:cxn modelId="{F145063D-B9E2-4B5B-B56E-A12D67769AD4}" srcId="{13DB177D-247F-47BB-A48D-961CD7DD3530}" destId="{F1843284-41BE-4B25-B936-1150B0AD61E4}" srcOrd="3" destOrd="0" parTransId="{3AD382DC-E89F-4CE9-B667-3429DA6261E9}" sibTransId="{8A747305-B18A-4E6B-84A7-A63C3FEC2424}"/>
    <dgm:cxn modelId="{371EED5D-C1C9-486C-88F5-D7750B01871F}" type="presOf" srcId="{F1843284-41BE-4B25-B936-1150B0AD61E4}" destId="{E5E3077B-B3EE-4A06-8D62-AB569B3692C9}" srcOrd="0" destOrd="0" presId="urn:microsoft.com/office/officeart/2005/8/layout/matrix3"/>
    <dgm:cxn modelId="{8B25C95E-181F-4155-9F79-EFE3432E5244}" type="presOf" srcId="{13DB177D-247F-47BB-A48D-961CD7DD3530}" destId="{380F5AFB-9217-4118-B945-036B425FDD6B}" srcOrd="0" destOrd="0" presId="urn:microsoft.com/office/officeart/2005/8/layout/matrix3"/>
    <dgm:cxn modelId="{F9E01E4E-54B7-4B32-8356-AE1BC7363D90}" srcId="{13DB177D-247F-47BB-A48D-961CD7DD3530}" destId="{1E838BE3-A916-4E8B-8384-83B1770151EA}" srcOrd="0" destOrd="0" parTransId="{4C28042A-9F29-4248-9000-F8A039720DD1}" sibTransId="{2A2F323C-F776-468D-8DD2-9C69615D878E}"/>
    <dgm:cxn modelId="{EED7E3BB-AFCA-4E20-BCEC-DFEB23671C29}" type="presOf" srcId="{47BADCD7-FFAF-4FA5-B73F-4E9356F99212}" destId="{32ACB889-7D7C-4C14-B62B-ADB58CD367A8}" srcOrd="0" destOrd="0" presId="urn:microsoft.com/office/officeart/2005/8/layout/matrix3"/>
    <dgm:cxn modelId="{078595BE-B320-4DB9-BD09-6524843C7997}" srcId="{13DB177D-247F-47BB-A48D-961CD7DD3530}" destId="{47BADCD7-FFAF-4FA5-B73F-4E9356F99212}" srcOrd="1" destOrd="0" parTransId="{0E354BFA-9F94-4318-9C3A-92AD02D0BA4A}" sibTransId="{260CC5E6-D1F4-40B7-92B2-9CA7C3D03FFB}"/>
    <dgm:cxn modelId="{29A4F7CC-480B-4E7F-B9BD-63BA44C32943}" type="presOf" srcId="{1E838BE3-A916-4E8B-8384-83B1770151EA}" destId="{7026FA2E-D450-402C-902E-386E1F0EB6D1}" srcOrd="0" destOrd="0" presId="urn:microsoft.com/office/officeart/2005/8/layout/matrix3"/>
    <dgm:cxn modelId="{C0BEE9E2-1AC1-4610-86F8-143A7D41472E}" srcId="{13DB177D-247F-47BB-A48D-961CD7DD3530}" destId="{CB561C6F-1E97-49D1-8BA2-CCEBB00400DB}" srcOrd="2" destOrd="0" parTransId="{41DBCADB-4AF0-4E32-815D-773A32EB07DD}" sibTransId="{977732DF-E1C7-4832-8163-9644012CD8F8}"/>
    <dgm:cxn modelId="{3AC1C868-0BC2-45E4-AFB1-0A62B97FB671}" type="presParOf" srcId="{380F5AFB-9217-4118-B945-036B425FDD6B}" destId="{31F7FA70-33CB-4B83-B8C6-27D7F9169BB4}" srcOrd="0" destOrd="0" presId="urn:microsoft.com/office/officeart/2005/8/layout/matrix3"/>
    <dgm:cxn modelId="{5A659648-FF50-4F01-9981-394B9F70EDA1}" type="presParOf" srcId="{380F5AFB-9217-4118-B945-036B425FDD6B}" destId="{7026FA2E-D450-402C-902E-386E1F0EB6D1}" srcOrd="1" destOrd="0" presId="urn:microsoft.com/office/officeart/2005/8/layout/matrix3"/>
    <dgm:cxn modelId="{8A0D44BA-FC78-4C31-8967-D16889B1DB68}" type="presParOf" srcId="{380F5AFB-9217-4118-B945-036B425FDD6B}" destId="{32ACB889-7D7C-4C14-B62B-ADB58CD367A8}" srcOrd="2" destOrd="0" presId="urn:microsoft.com/office/officeart/2005/8/layout/matrix3"/>
    <dgm:cxn modelId="{AA1445D5-0B38-47A9-AACC-9D2E076D9822}" type="presParOf" srcId="{380F5AFB-9217-4118-B945-036B425FDD6B}" destId="{11457E6E-6ACB-4EB8-A77E-215E905DF447}" srcOrd="3" destOrd="0" presId="urn:microsoft.com/office/officeart/2005/8/layout/matrix3"/>
    <dgm:cxn modelId="{6EB18FE2-6C12-4CA4-8CBD-1B074EC5F9D3}" type="presParOf" srcId="{380F5AFB-9217-4118-B945-036B425FDD6B}" destId="{E5E3077B-B3EE-4A06-8D62-AB569B3692C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2EBCA69-E680-4B62-8F73-5BE7B28B757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284336-12BA-46E1-BA99-95B69822C9D3}">
      <dgm:prSet/>
      <dgm:spPr/>
      <dgm:t>
        <a:bodyPr/>
        <a:lstStyle/>
        <a:p>
          <a:r>
            <a:rPr lang="en-GB" b="1"/>
            <a:t>Automated pipeline built </a:t>
          </a:r>
          <a:endParaRPr lang="en-US"/>
        </a:p>
      </dgm:t>
    </dgm:pt>
    <dgm:pt modelId="{78D302E0-D004-453E-9BB9-3BBFEA7760BC}" type="parTrans" cxnId="{561D6D23-F29D-49C8-92A9-130558917912}">
      <dgm:prSet/>
      <dgm:spPr/>
      <dgm:t>
        <a:bodyPr/>
        <a:lstStyle/>
        <a:p>
          <a:endParaRPr lang="en-US"/>
        </a:p>
      </dgm:t>
    </dgm:pt>
    <dgm:pt modelId="{FEF00F8C-6A9D-4171-9C5D-A9633BE2B901}" type="sibTrans" cxnId="{561D6D23-F29D-49C8-92A9-130558917912}">
      <dgm:prSet/>
      <dgm:spPr/>
      <dgm:t>
        <a:bodyPr/>
        <a:lstStyle/>
        <a:p>
          <a:endParaRPr lang="en-US"/>
        </a:p>
      </dgm:t>
    </dgm:pt>
    <dgm:pt modelId="{A7A8540F-5458-4E05-8306-22F0EB2C8B40}">
      <dgm:prSet/>
      <dgm:spPr/>
      <dgm:t>
        <a:bodyPr/>
        <a:lstStyle/>
        <a:p>
          <a:r>
            <a:rPr lang="en-GB" b="1"/>
            <a:t>Scalable solution </a:t>
          </a:r>
          <a:endParaRPr lang="en-US"/>
        </a:p>
      </dgm:t>
    </dgm:pt>
    <dgm:pt modelId="{56E3BFE0-D1CB-4A71-A912-8A40D8878083}" type="parTrans" cxnId="{2D6331B8-26A1-4149-99C2-F9D489909BC9}">
      <dgm:prSet/>
      <dgm:spPr/>
      <dgm:t>
        <a:bodyPr/>
        <a:lstStyle/>
        <a:p>
          <a:endParaRPr lang="en-US"/>
        </a:p>
      </dgm:t>
    </dgm:pt>
    <dgm:pt modelId="{E0AA769D-DF62-4263-9A17-182C483956F0}" type="sibTrans" cxnId="{2D6331B8-26A1-4149-99C2-F9D489909BC9}">
      <dgm:prSet/>
      <dgm:spPr/>
      <dgm:t>
        <a:bodyPr/>
        <a:lstStyle/>
        <a:p>
          <a:endParaRPr lang="en-US"/>
        </a:p>
      </dgm:t>
    </dgm:pt>
    <dgm:pt modelId="{AEF3D3FA-99D9-4B81-9022-9774229CCFBB}">
      <dgm:prSet/>
      <dgm:spPr/>
      <dgm:t>
        <a:bodyPr/>
        <a:lstStyle/>
        <a:p>
          <a:r>
            <a:rPr lang="en-GB" b="1"/>
            <a:t>Real-world application </a:t>
          </a:r>
          <a:endParaRPr lang="en-US"/>
        </a:p>
      </dgm:t>
    </dgm:pt>
    <dgm:pt modelId="{9A1F9329-B683-410A-B9B9-965ECF91781B}" type="parTrans" cxnId="{27AFA3BE-189A-484E-93DD-BBD749175827}">
      <dgm:prSet/>
      <dgm:spPr/>
      <dgm:t>
        <a:bodyPr/>
        <a:lstStyle/>
        <a:p>
          <a:endParaRPr lang="en-US"/>
        </a:p>
      </dgm:t>
    </dgm:pt>
    <dgm:pt modelId="{43CAAB82-86A7-4DCD-B62F-EE05711C83D4}" type="sibTrans" cxnId="{27AFA3BE-189A-484E-93DD-BBD749175827}">
      <dgm:prSet/>
      <dgm:spPr/>
      <dgm:t>
        <a:bodyPr/>
        <a:lstStyle/>
        <a:p>
          <a:endParaRPr lang="en-US"/>
        </a:p>
      </dgm:t>
    </dgm:pt>
    <dgm:pt modelId="{6AC9FFA4-EE58-4BC2-B0D6-0FAA07CC1069}" type="pres">
      <dgm:prSet presAssocID="{E2EBCA69-E680-4B62-8F73-5BE7B28B7578}" presName="linear" presStyleCnt="0">
        <dgm:presLayoutVars>
          <dgm:animLvl val="lvl"/>
          <dgm:resizeHandles val="exact"/>
        </dgm:presLayoutVars>
      </dgm:prSet>
      <dgm:spPr/>
    </dgm:pt>
    <dgm:pt modelId="{15A6F5D3-6472-40A3-BBCD-24BFB7073D6A}" type="pres">
      <dgm:prSet presAssocID="{D4284336-12BA-46E1-BA99-95B69822C9D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9822AC8-8554-4F5F-93E9-3A4EE4015D09}" type="pres">
      <dgm:prSet presAssocID="{FEF00F8C-6A9D-4171-9C5D-A9633BE2B901}" presName="spacer" presStyleCnt="0"/>
      <dgm:spPr/>
    </dgm:pt>
    <dgm:pt modelId="{42F60CC8-9784-4CF7-AC1B-82DDAB09CA23}" type="pres">
      <dgm:prSet presAssocID="{A7A8540F-5458-4E05-8306-22F0EB2C8B4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E666119-A07E-453F-A6CA-B6EEA5EEFF57}" type="pres">
      <dgm:prSet presAssocID="{E0AA769D-DF62-4263-9A17-182C483956F0}" presName="spacer" presStyleCnt="0"/>
      <dgm:spPr/>
    </dgm:pt>
    <dgm:pt modelId="{85877D3E-F725-4F71-9576-C3494A748F78}" type="pres">
      <dgm:prSet presAssocID="{AEF3D3FA-99D9-4B81-9022-9774229CCFB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2CEE11B-8263-434B-BDAA-402301DA7F90}" type="presOf" srcId="{D4284336-12BA-46E1-BA99-95B69822C9D3}" destId="{15A6F5D3-6472-40A3-BBCD-24BFB7073D6A}" srcOrd="0" destOrd="0" presId="urn:microsoft.com/office/officeart/2005/8/layout/vList2"/>
    <dgm:cxn modelId="{561D6D23-F29D-49C8-92A9-130558917912}" srcId="{E2EBCA69-E680-4B62-8F73-5BE7B28B7578}" destId="{D4284336-12BA-46E1-BA99-95B69822C9D3}" srcOrd="0" destOrd="0" parTransId="{78D302E0-D004-453E-9BB9-3BBFEA7760BC}" sibTransId="{FEF00F8C-6A9D-4171-9C5D-A9633BE2B901}"/>
    <dgm:cxn modelId="{188D8930-3E70-4015-AFAF-9D0272E3E999}" type="presOf" srcId="{A7A8540F-5458-4E05-8306-22F0EB2C8B40}" destId="{42F60CC8-9784-4CF7-AC1B-82DDAB09CA23}" srcOrd="0" destOrd="0" presId="urn:microsoft.com/office/officeart/2005/8/layout/vList2"/>
    <dgm:cxn modelId="{F610C75E-3EE4-498F-883B-097502469AAD}" type="presOf" srcId="{AEF3D3FA-99D9-4B81-9022-9774229CCFBB}" destId="{85877D3E-F725-4F71-9576-C3494A748F78}" srcOrd="0" destOrd="0" presId="urn:microsoft.com/office/officeart/2005/8/layout/vList2"/>
    <dgm:cxn modelId="{2D6331B8-26A1-4149-99C2-F9D489909BC9}" srcId="{E2EBCA69-E680-4B62-8F73-5BE7B28B7578}" destId="{A7A8540F-5458-4E05-8306-22F0EB2C8B40}" srcOrd="1" destOrd="0" parTransId="{56E3BFE0-D1CB-4A71-A912-8A40D8878083}" sibTransId="{E0AA769D-DF62-4263-9A17-182C483956F0}"/>
    <dgm:cxn modelId="{27AFA3BE-189A-484E-93DD-BBD749175827}" srcId="{E2EBCA69-E680-4B62-8F73-5BE7B28B7578}" destId="{AEF3D3FA-99D9-4B81-9022-9774229CCFBB}" srcOrd="2" destOrd="0" parTransId="{9A1F9329-B683-410A-B9B9-965ECF91781B}" sibTransId="{43CAAB82-86A7-4DCD-B62F-EE05711C83D4}"/>
    <dgm:cxn modelId="{3E795DFF-9AF1-49FD-BECD-A9F733422AC2}" type="presOf" srcId="{E2EBCA69-E680-4B62-8F73-5BE7B28B7578}" destId="{6AC9FFA4-EE58-4BC2-B0D6-0FAA07CC1069}" srcOrd="0" destOrd="0" presId="urn:microsoft.com/office/officeart/2005/8/layout/vList2"/>
    <dgm:cxn modelId="{D2E6F7AF-2A02-4EA0-AA36-50B440AEDED4}" type="presParOf" srcId="{6AC9FFA4-EE58-4BC2-B0D6-0FAA07CC1069}" destId="{15A6F5D3-6472-40A3-BBCD-24BFB7073D6A}" srcOrd="0" destOrd="0" presId="urn:microsoft.com/office/officeart/2005/8/layout/vList2"/>
    <dgm:cxn modelId="{CCFF8311-9FE3-41AC-9C07-361A018DE588}" type="presParOf" srcId="{6AC9FFA4-EE58-4BC2-B0D6-0FAA07CC1069}" destId="{E9822AC8-8554-4F5F-93E9-3A4EE4015D09}" srcOrd="1" destOrd="0" presId="urn:microsoft.com/office/officeart/2005/8/layout/vList2"/>
    <dgm:cxn modelId="{427CC134-B901-4999-ACEE-4C0FF1721353}" type="presParOf" srcId="{6AC9FFA4-EE58-4BC2-B0D6-0FAA07CC1069}" destId="{42F60CC8-9784-4CF7-AC1B-82DDAB09CA23}" srcOrd="2" destOrd="0" presId="urn:microsoft.com/office/officeart/2005/8/layout/vList2"/>
    <dgm:cxn modelId="{170EE0E9-BA5F-4CC7-8225-ABB36E8BC630}" type="presParOf" srcId="{6AC9FFA4-EE58-4BC2-B0D6-0FAA07CC1069}" destId="{FE666119-A07E-453F-A6CA-B6EEA5EEFF57}" srcOrd="3" destOrd="0" presId="urn:microsoft.com/office/officeart/2005/8/layout/vList2"/>
    <dgm:cxn modelId="{8BF5A1AF-1C03-41D8-AD24-E23DAEEB62E0}" type="presParOf" srcId="{6AC9FFA4-EE58-4BC2-B0D6-0FAA07CC1069}" destId="{85877D3E-F725-4F71-9576-C3494A748F7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256C3D-281B-411D-B9C0-201C98D406AE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9FCA63-7DD0-4464-9735-67B85BD3A784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55DCF-69BA-427C-AA1F-14C0978E13E9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400" b="1" kern="1200"/>
            <a:t>Raw financial data is unstructured </a:t>
          </a:r>
          <a:endParaRPr lang="en-US" sz="2400" kern="1200"/>
        </a:p>
      </dsp:txBody>
      <dsp:txXfrm>
        <a:off x="93445" y="3018902"/>
        <a:ext cx="3206250" cy="720000"/>
      </dsp:txXfrm>
    </dsp:sp>
    <dsp:sp modelId="{56BD0E77-B4EB-4BA8-BEE3-EB287271669B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FB0E1-B053-45B0-8590-49EEDFF31E6D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F14D6-DBB6-4108-9C30-A00D2E055B51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400" b="1" kern="1200"/>
            <a:t>Manual processing is inefficient </a:t>
          </a:r>
          <a:endParaRPr lang="en-US" sz="2400" kern="1200"/>
        </a:p>
      </dsp:txBody>
      <dsp:txXfrm>
        <a:off x="3860789" y="3018902"/>
        <a:ext cx="3206250" cy="720000"/>
      </dsp:txXfrm>
    </dsp:sp>
    <dsp:sp modelId="{8B6138E1-859A-402C-8532-4A19B5284FA7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A78C6-2B18-47AD-9992-B8E7DDA89DA9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E3918-992F-4D6E-9408-85BED7D1F81E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400" b="1" kern="1200"/>
            <a:t>Need automation and scalability </a:t>
          </a:r>
          <a:endParaRPr lang="en-US" sz="2400" kern="1200"/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6AAF79-9E7B-47D3-AD19-A715AE207A17}">
      <dsp:nvSpPr>
        <dsp:cNvPr id="0" name=""/>
        <dsp:cNvSpPr/>
      </dsp:nvSpPr>
      <dsp:spPr>
        <a:xfrm>
          <a:off x="3201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Extract stock data </a:t>
          </a:r>
          <a:endParaRPr lang="en-US" sz="2100" kern="1200"/>
        </a:p>
      </dsp:txBody>
      <dsp:txXfrm>
        <a:off x="3201" y="1669704"/>
        <a:ext cx="2539866" cy="2133487"/>
      </dsp:txXfrm>
    </dsp:sp>
    <dsp:sp modelId="{52F69FC7-7623-4857-843E-D1167F1A6FA8}">
      <dsp:nvSpPr>
        <dsp:cNvPr id="0" name=""/>
        <dsp:cNvSpPr/>
      </dsp:nvSpPr>
      <dsp:spPr>
        <a:xfrm>
          <a:off x="739762" y="674077"/>
          <a:ext cx="1066743" cy="10667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5983" y="830298"/>
        <a:ext cx="754301" cy="754301"/>
      </dsp:txXfrm>
    </dsp:sp>
    <dsp:sp modelId="{D2001AEC-40AF-4C00-AE50-DD81C6ABF2F0}">
      <dsp:nvSpPr>
        <dsp:cNvPr id="0" name=""/>
        <dsp:cNvSpPr/>
      </dsp:nvSpPr>
      <dsp:spPr>
        <a:xfrm>
          <a:off x="3201" y="3874237"/>
          <a:ext cx="2539866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79BB27-1BA0-43F5-BB84-2EDF1CC7C92F}">
      <dsp:nvSpPr>
        <dsp:cNvPr id="0" name=""/>
        <dsp:cNvSpPr/>
      </dsp:nvSpPr>
      <dsp:spPr>
        <a:xfrm>
          <a:off x="2797054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Transform and clean data </a:t>
          </a:r>
          <a:endParaRPr lang="en-US" sz="2100" kern="1200"/>
        </a:p>
      </dsp:txBody>
      <dsp:txXfrm>
        <a:off x="2797054" y="1669704"/>
        <a:ext cx="2539866" cy="2133487"/>
      </dsp:txXfrm>
    </dsp:sp>
    <dsp:sp modelId="{D8EB1B2B-4F6B-4A83-BEA5-39D545642525}">
      <dsp:nvSpPr>
        <dsp:cNvPr id="0" name=""/>
        <dsp:cNvSpPr/>
      </dsp:nvSpPr>
      <dsp:spPr>
        <a:xfrm>
          <a:off x="3533615" y="674077"/>
          <a:ext cx="1066743" cy="106674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9836" y="830298"/>
        <a:ext cx="754301" cy="754301"/>
      </dsp:txXfrm>
    </dsp:sp>
    <dsp:sp modelId="{CEE50063-D7C1-4863-8BA6-598E13FDA200}">
      <dsp:nvSpPr>
        <dsp:cNvPr id="0" name=""/>
        <dsp:cNvSpPr/>
      </dsp:nvSpPr>
      <dsp:spPr>
        <a:xfrm>
          <a:off x="2797054" y="3874237"/>
          <a:ext cx="2539866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FA415-2ECB-4BE6-A048-81E79FD3B1EE}">
      <dsp:nvSpPr>
        <dsp:cNvPr id="0" name=""/>
        <dsp:cNvSpPr/>
      </dsp:nvSpPr>
      <dsp:spPr>
        <a:xfrm>
          <a:off x="5590907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Automate workflow using Airflow </a:t>
          </a:r>
          <a:endParaRPr lang="en-US" sz="2100" kern="1200"/>
        </a:p>
      </dsp:txBody>
      <dsp:txXfrm>
        <a:off x="5590907" y="1669704"/>
        <a:ext cx="2539866" cy="2133487"/>
      </dsp:txXfrm>
    </dsp:sp>
    <dsp:sp modelId="{BEF6270C-0097-4112-859C-2F7A7B605013}">
      <dsp:nvSpPr>
        <dsp:cNvPr id="0" name=""/>
        <dsp:cNvSpPr/>
      </dsp:nvSpPr>
      <dsp:spPr>
        <a:xfrm>
          <a:off x="6327469" y="674077"/>
          <a:ext cx="1066743" cy="106674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83690" y="830298"/>
        <a:ext cx="754301" cy="754301"/>
      </dsp:txXfrm>
    </dsp:sp>
    <dsp:sp modelId="{787F3346-20D9-4C51-B6AA-95B8723BB3DB}">
      <dsp:nvSpPr>
        <dsp:cNvPr id="0" name=""/>
        <dsp:cNvSpPr/>
      </dsp:nvSpPr>
      <dsp:spPr>
        <a:xfrm>
          <a:off x="5590907" y="3874237"/>
          <a:ext cx="2539866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5D71C-4D9D-4D7C-9E89-EA193336AAB4}">
      <dsp:nvSpPr>
        <dsp:cNvPr id="0" name=""/>
        <dsp:cNvSpPr/>
      </dsp:nvSpPr>
      <dsp:spPr>
        <a:xfrm>
          <a:off x="8384760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Prepare data for analytics/storage </a:t>
          </a:r>
          <a:endParaRPr lang="en-US" sz="2100" kern="1200"/>
        </a:p>
      </dsp:txBody>
      <dsp:txXfrm>
        <a:off x="8384760" y="1669704"/>
        <a:ext cx="2539866" cy="2133487"/>
      </dsp:txXfrm>
    </dsp:sp>
    <dsp:sp modelId="{25B60ECD-6276-45C5-B3FE-11332FA7858A}">
      <dsp:nvSpPr>
        <dsp:cNvPr id="0" name=""/>
        <dsp:cNvSpPr/>
      </dsp:nvSpPr>
      <dsp:spPr>
        <a:xfrm>
          <a:off x="9121322" y="674077"/>
          <a:ext cx="1066743" cy="106674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77543" y="830298"/>
        <a:ext cx="754301" cy="754301"/>
      </dsp:txXfrm>
    </dsp:sp>
    <dsp:sp modelId="{E9531D20-F70A-4D02-94A7-5832FA8C9FA7}">
      <dsp:nvSpPr>
        <dsp:cNvPr id="0" name=""/>
        <dsp:cNvSpPr/>
      </dsp:nvSpPr>
      <dsp:spPr>
        <a:xfrm>
          <a:off x="8384760" y="3874237"/>
          <a:ext cx="2539866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7FA70-33CB-4B83-B8C6-27D7F9169BB4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26FA2E-D450-402C-902E-386E1F0EB6D1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Environment setup (WSL, Airflow) </a:t>
          </a:r>
          <a:endParaRPr lang="en-US" sz="1800" kern="1200"/>
        </a:p>
      </dsp:txBody>
      <dsp:txXfrm>
        <a:off x="3845652" y="478140"/>
        <a:ext cx="1475545" cy="1475545"/>
      </dsp:txXfrm>
    </dsp:sp>
    <dsp:sp modelId="{32ACB889-7D7C-4C14-B62B-ADB58CD367A8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Dependency issues </a:t>
          </a:r>
          <a:endParaRPr lang="en-US" sz="1800" kern="1200"/>
        </a:p>
      </dsp:txBody>
      <dsp:txXfrm>
        <a:off x="5606630" y="478140"/>
        <a:ext cx="1475545" cy="1475545"/>
      </dsp:txXfrm>
    </dsp:sp>
    <dsp:sp modelId="{11457E6E-6ACB-4EB8-A77E-215E905DF447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File path errors </a:t>
          </a:r>
          <a:endParaRPr lang="en-US" sz="1800" kern="1200"/>
        </a:p>
      </dsp:txBody>
      <dsp:txXfrm>
        <a:off x="3845652" y="2239118"/>
        <a:ext cx="1475545" cy="1475545"/>
      </dsp:txXfrm>
    </dsp:sp>
    <dsp:sp modelId="{E5E3077B-B3EE-4A06-8D62-AB569B3692C9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Debugging DAG errors </a:t>
          </a:r>
          <a:endParaRPr lang="en-US" sz="1800" kern="1200"/>
        </a:p>
      </dsp:txBody>
      <dsp:txXfrm>
        <a:off x="5606630" y="2239118"/>
        <a:ext cx="1475545" cy="14755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6F5D3-6472-40A3-BBCD-24BFB7073D6A}">
      <dsp:nvSpPr>
        <dsp:cNvPr id="0" name=""/>
        <dsp:cNvSpPr/>
      </dsp:nvSpPr>
      <dsp:spPr>
        <a:xfrm>
          <a:off x="0" y="30182"/>
          <a:ext cx="10927829" cy="1277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b="1" kern="1200"/>
            <a:t>Automated pipeline built </a:t>
          </a:r>
          <a:endParaRPr lang="en-US" sz="5200" kern="1200"/>
        </a:p>
      </dsp:txBody>
      <dsp:txXfrm>
        <a:off x="62369" y="92551"/>
        <a:ext cx="10803091" cy="1152902"/>
      </dsp:txXfrm>
    </dsp:sp>
    <dsp:sp modelId="{42F60CC8-9784-4CF7-AC1B-82DDAB09CA23}">
      <dsp:nvSpPr>
        <dsp:cNvPr id="0" name=""/>
        <dsp:cNvSpPr/>
      </dsp:nvSpPr>
      <dsp:spPr>
        <a:xfrm>
          <a:off x="0" y="1457582"/>
          <a:ext cx="10927829" cy="12776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b="1" kern="1200"/>
            <a:t>Scalable solution </a:t>
          </a:r>
          <a:endParaRPr lang="en-US" sz="5200" kern="1200"/>
        </a:p>
      </dsp:txBody>
      <dsp:txXfrm>
        <a:off x="62369" y="1519951"/>
        <a:ext cx="10803091" cy="1152902"/>
      </dsp:txXfrm>
    </dsp:sp>
    <dsp:sp modelId="{85877D3E-F725-4F71-9576-C3494A748F78}">
      <dsp:nvSpPr>
        <dsp:cNvPr id="0" name=""/>
        <dsp:cNvSpPr/>
      </dsp:nvSpPr>
      <dsp:spPr>
        <a:xfrm>
          <a:off x="0" y="2884982"/>
          <a:ext cx="10927829" cy="12776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b="1" kern="1200"/>
            <a:t>Real-world application </a:t>
          </a:r>
          <a:endParaRPr lang="en-US" sz="5200" kern="1200"/>
        </a:p>
      </dsp:txBody>
      <dsp:txXfrm>
        <a:off x="62369" y="2947351"/>
        <a:ext cx="10803091" cy="11529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9FC70-9281-9BE6-91C2-A214845F3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F12B5-6FD3-B572-88D8-DC28BE7E8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DA1CF-14C8-AB0F-7C6E-D12EA34E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1DEDB-666A-E5E2-D84E-1CBCEEC51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E8C9B-8A2C-26DC-544D-C2FF3776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23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F59B-8B9F-7B61-A388-0C5EC370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C51E-1FD1-40BA-201E-B62C01153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85291-AA8B-C194-BAAC-1B345F56A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BA5AF-D247-ED01-609E-8D580DC54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52BFD-775A-7B01-DD6E-8546A913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44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F06A8-1D02-2F8E-6355-1DE445DDA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251EF-E418-21DF-8AA8-038D9C22E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8188A-035B-9E8A-D30F-6DB7E8C83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18197-4451-F3DC-4E80-1230F816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4B2DA-A3E0-5105-ED23-063D94B64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84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6938-9901-54DD-C6F8-D8840F41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D9840-7CB8-802C-A534-1F147FC4A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32911-DD27-F481-829B-2EC6B6198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B5F1C-5FD2-9657-C68C-8ABF65CA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77287-FB6C-0425-5239-1F47B7214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7D500-1D80-D91B-151E-1CC8ECF18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726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EACD-EABE-32F7-C26A-C3EA68EBD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687EA-D377-0A45-A43B-32F084564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4F344-D3DF-8096-E9C4-D95316A3C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6596F-22D2-19F8-A875-14FA5C2E9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1AD676-5532-5E4A-A956-CC04DB14E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63EBB8-7B2D-1431-71AC-A2236BC6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FDCDD-000B-7CAC-0232-B1F32D4E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FA566A-EB16-D8F0-1C0A-9A1A1E8C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44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E1F3-4BFC-502D-FA9B-44FD83C0F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38FC4-4343-904C-F4BD-1245C6CBB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F8876-B5C1-D15E-5DA4-4690F944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018B6-BEA7-1DA8-49BC-F6B991A1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119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973E9A-E912-E0B9-3790-7A84520F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48889-397A-ED62-93F9-3B2891E4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76EC0-0C2C-9D63-EC20-72BFE3FB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12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564B0-5408-C4AD-76F0-E0D4D7671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3EFD3-86BC-C132-D86E-6C20C3EEA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A3FDC-5FEB-114C-9255-4E3AFEFED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43015-6E67-1CAD-D005-8B91C47A4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A0145-2066-B49B-334A-FB5A7BED0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67994-C308-7069-1518-D77D7D5B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565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071D0-FB96-9BE1-A84A-23A8AF8B5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0E866A-4818-BBA7-ABDF-28E952DFD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682EF-9030-1A59-D574-D412C26F8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14ED1-C08E-FA5C-7DBC-45D7DE8D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3C011-8078-2161-267E-4F9F61246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9FBAC-F59C-269D-67DF-76F5BAE8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24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514E0-DBC6-6F38-D89C-687C527C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C0D18-61C8-41B7-4755-A90F9B33E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E777F-27A8-3D17-9A9F-9697AC1B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9DA5A-1F00-9683-DC2E-68489193B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F28D6-3B61-9C2A-9950-B52D7B83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64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E50D20-4FD6-C62C-BE01-5A41A6A32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0DE82-7684-0C0B-AA2A-60A219F56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ED096-5068-3EE3-EA68-E9E2835A2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019E0-4DB6-C9DA-1352-360C3ACB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52166-6069-D7E6-04C0-1C081193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227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360BF-012C-4345-B4D1-FCE9AEAB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BF18E-C970-AF3F-722B-359135385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CA52D-D59B-74ED-8CAF-41FA64314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A33F49-93A1-4AEB-87FC-161BBA9FEC0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49B0-2039-5D51-9A3A-1174CC2BA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5098B-0CCA-9D76-ACD5-DC49DEA40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F0B5C-A097-4A1A-BE2F-F8AAA2D6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24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Computer Servers">
            <a:extLst>
              <a:ext uri="{FF2B5EF4-FFF2-40B4-BE49-F238E27FC236}">
                <a16:creationId xmlns:a16="http://schemas.microsoft.com/office/drawing/2014/main" id="{B255FC3E-A4BD-8D19-558D-666776A291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3C1FF-6F2C-0E20-ACC3-3EC46AD1E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11986684" cy="2442633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GB" sz="5200" b="1" i="1" dirty="0">
                <a:solidFill>
                  <a:srgbClr val="FFFFFF"/>
                </a:solidFill>
              </a:rPr>
              <a:t>Capital Edge Data Pipeline: Automated Stock Data Processing</a:t>
            </a:r>
            <a:br>
              <a:rPr lang="en-GB" sz="5200" b="1" i="1" dirty="0">
                <a:solidFill>
                  <a:srgbClr val="FFFFFF"/>
                </a:solidFill>
              </a:rPr>
            </a:br>
            <a:br>
              <a:rPr lang="en-GB" sz="5200" b="1" i="1" dirty="0">
                <a:solidFill>
                  <a:srgbClr val="FFFFFF"/>
                </a:solidFill>
              </a:rPr>
            </a:br>
            <a:br>
              <a:rPr lang="en-GB" sz="5200" b="1" i="1" dirty="0">
                <a:solidFill>
                  <a:srgbClr val="FFFFFF"/>
                </a:solidFill>
              </a:rPr>
            </a:br>
            <a:br>
              <a:rPr lang="en-GB" sz="5200" b="1" i="1" dirty="0">
                <a:solidFill>
                  <a:srgbClr val="FFFFFF"/>
                </a:solidFill>
              </a:rPr>
            </a:br>
            <a:br>
              <a:rPr lang="en-GB" sz="5200" b="1" i="1" dirty="0">
                <a:solidFill>
                  <a:srgbClr val="FFFFFF"/>
                </a:solidFill>
              </a:rPr>
            </a:br>
            <a:br>
              <a:rPr lang="en-GB" sz="5200" b="1" i="1" dirty="0">
                <a:solidFill>
                  <a:srgbClr val="FFFFFF"/>
                </a:solidFill>
              </a:rPr>
            </a:br>
            <a:r>
              <a:rPr lang="en-GB" sz="5200" b="1" i="1" dirty="0">
                <a:solidFill>
                  <a:srgbClr val="FFFFFF"/>
                </a:solidFill>
              </a:rPr>
              <a:t>						Waetsi Patty Anyanwu</a:t>
            </a:r>
            <a:endParaRPr lang="en-GB" sz="5200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4671A-961F-89F2-F949-5A2898AB2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2800" b="1">
                <a:solidFill>
                  <a:srgbClr val="FFFFFF"/>
                </a:solidFill>
              </a:rPr>
              <a:t>Problem Statement</a:t>
            </a:r>
            <a:br>
              <a:rPr lang="en-GB" sz="2800">
                <a:solidFill>
                  <a:srgbClr val="FFFFFF"/>
                </a:solidFill>
              </a:rPr>
            </a:br>
            <a:endParaRPr lang="en-GB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F30A69-5FF3-46D6-C804-29A840406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564612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948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3628D-267A-F748-DA39-B895F1FCC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CC384D-0589-08B9-A78A-E8748BB9BE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689253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1166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78F00-909C-9B3B-BE72-4A952597F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Architecture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6FECD-C323-8BC9-E759-2065B818C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b="1" dirty="0"/>
              <a:t>Raw JSON → Extract → Transform → Processed CSV → (Azure Storage)</a:t>
            </a:r>
            <a:br>
              <a:rPr lang="en-GB" sz="2000" b="1" dirty="0"/>
            </a:br>
            <a:r>
              <a:rPr lang="en-GB" sz="2000" b="1" dirty="0"/>
              <a:t>                       	 ↑</a:t>
            </a:r>
            <a:br>
              <a:rPr lang="en-GB" sz="2000" b="1" dirty="0"/>
            </a:br>
            <a:r>
              <a:rPr lang="en-GB" sz="2000" b="1" dirty="0"/>
              <a:t>                    Airflow DAG</a:t>
            </a: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92135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2D4F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85886-57DD-2C7D-37CC-578CCF702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Airflow DAG (Code snippet)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092942-002F-15CE-5987-A8D5570C2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831"/>
          <a:stretch>
            <a:fillRect/>
          </a:stretch>
        </p:blipFill>
        <p:spPr bwMode="auto">
          <a:xfrm>
            <a:off x="4207933" y="929871"/>
            <a:ext cx="7347537" cy="4999233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39445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3CA8-74C9-BD9D-209C-F6F84AE62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09308D-BB36-0929-A237-9A23F1167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24" y="365125"/>
            <a:ext cx="11255274" cy="61277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3803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CF1E2-DEDF-EBBD-BC44-36F7C62F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Airflow Execution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EA2A7B-4ACB-FACE-360E-4F5B50FA7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3" y="1528224"/>
            <a:ext cx="9488927" cy="53297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8977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F3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DEEFE-4683-10C4-103B-919DBF94F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Graphical view 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E0B06F-CA5B-C015-912B-BA56785F3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558373"/>
            <a:ext cx="7188199" cy="37378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8373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8BC116-18E6-115A-0F9C-154513967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Processed CSV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54208A-03A6-49FC-BFDA-7C1BBDE5C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17532"/>
            <a:ext cx="7188199" cy="481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61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DF4F8-D359-19C5-FC35-04FC8885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 Challenges &amp; Solutions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B7FDCF-B1D0-DB53-C173-8C6E9C926D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15849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444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90616-B3A7-114C-6CF8-EE2ACA31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563553-9615-8E03-D71E-24CAC46E7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378289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3993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127</Words>
  <Application>Microsoft Office PowerPoint</Application>
  <PresentationFormat>Widescreen</PresentationFormat>
  <Paragraphs>29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Capital Edge Data Pipeline: Automated Stock Data Processing            Waetsi Patty Anyanwu</vt:lpstr>
      <vt:lpstr>Problem Statement </vt:lpstr>
      <vt:lpstr>Objectives</vt:lpstr>
      <vt:lpstr>Architecture Diagram</vt:lpstr>
      <vt:lpstr>Airflow DAG (Code snippet)</vt:lpstr>
      <vt:lpstr>PowerPoint Presentation</vt:lpstr>
      <vt:lpstr>Airflow Execution</vt:lpstr>
      <vt:lpstr>Graphical view Output</vt:lpstr>
      <vt:lpstr>Processed CSV</vt:lpstr>
      <vt:lpstr> Challenges &amp; Solutions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Waetsi Anyanwu</dc:creator>
  <cp:lastModifiedBy>Waetsi Anyanwu</cp:lastModifiedBy>
  <cp:revision>2</cp:revision>
  <dcterms:created xsi:type="dcterms:W3CDTF">2026-04-26T16:16:45Z</dcterms:created>
  <dcterms:modified xsi:type="dcterms:W3CDTF">2026-04-26T16:40:56Z</dcterms:modified>
</cp:coreProperties>
</file>